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71" d="100"/>
          <a:sy n="71" d="100"/>
        </p:scale>
        <p:origin x="69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48D098-B410-4308-ABCA-E138CDA225BD}" type="doc">
      <dgm:prSet loTypeId="urn:microsoft.com/office/officeart/2005/8/layout/hierarchy1" loCatId="hierarchy" qsTypeId="urn:microsoft.com/office/officeart/2005/8/quickstyle/simple1" qsCatId="simple" csTypeId="urn:microsoft.com/office/officeart/2005/8/colors/colorful1" csCatId="colorful"/>
      <dgm:spPr/>
      <dgm:t>
        <a:bodyPr/>
        <a:lstStyle/>
        <a:p>
          <a:endParaRPr lang="en-US"/>
        </a:p>
      </dgm:t>
    </dgm:pt>
    <dgm:pt modelId="{69F522AC-F4A8-4564-ABD4-F10D40777967}">
      <dgm:prSet/>
      <dgm:spPr/>
      <dgm:t>
        <a:bodyPr/>
        <a:lstStyle/>
        <a:p>
          <a:r>
            <a:rPr lang="en-US"/>
            <a:t>This project suggests a web-based budget managing tool which will boost financial consciousness and responsibilities between the parent and the dependent(s). This tool aims to allow the parent not only to assign a certain budget amount to the dependent(s) but also to monitor in real-time the expenditure of the dependent(s). He/she will also be aware of his/her balance. </a:t>
          </a:r>
        </a:p>
      </dgm:t>
    </dgm:pt>
    <dgm:pt modelId="{26E931C0-878B-4E5A-AB8A-33594BE5DA64}" type="parTrans" cxnId="{949DB362-6D9B-47E5-8EF2-82A8A1C5FB5F}">
      <dgm:prSet/>
      <dgm:spPr/>
      <dgm:t>
        <a:bodyPr/>
        <a:lstStyle/>
        <a:p>
          <a:endParaRPr lang="en-US"/>
        </a:p>
      </dgm:t>
    </dgm:pt>
    <dgm:pt modelId="{7039E32D-E745-4FC7-8BA4-97DD055490CB}" type="sibTrans" cxnId="{949DB362-6D9B-47E5-8EF2-82A8A1C5FB5F}">
      <dgm:prSet/>
      <dgm:spPr/>
      <dgm:t>
        <a:bodyPr/>
        <a:lstStyle/>
        <a:p>
          <a:endParaRPr lang="en-US"/>
        </a:p>
      </dgm:t>
    </dgm:pt>
    <dgm:pt modelId="{C5122C96-EB5F-4E8E-82F6-666372ACAA6B}">
      <dgm:prSet/>
      <dgm:spPr/>
      <dgm:t>
        <a:bodyPr/>
        <a:lstStyle/>
        <a:p>
          <a:r>
            <a:rPr lang="en-US"/>
            <a:t>Both will have separate login modules in the app, which will include a parent and a dependent dashboard. There will be graphical representation tools on how to make expenses using pie charts and bar graphs. The budget limit will be imposed by means of validating the input values into the tool. This project is a real-life usage of web-related technologies.</a:t>
          </a:r>
          <a:r>
            <a:rPr lang="en-US" b="1"/>
            <a:t> </a:t>
          </a:r>
          <a:endParaRPr lang="en-US"/>
        </a:p>
      </dgm:t>
    </dgm:pt>
    <dgm:pt modelId="{F421C836-9D21-4A9F-865D-0F406A113038}" type="parTrans" cxnId="{405C6505-8669-4D00-A9F5-6BAD4421D0A7}">
      <dgm:prSet/>
      <dgm:spPr/>
      <dgm:t>
        <a:bodyPr/>
        <a:lstStyle/>
        <a:p>
          <a:endParaRPr lang="en-US"/>
        </a:p>
      </dgm:t>
    </dgm:pt>
    <dgm:pt modelId="{0E78F225-9771-46A4-BE27-D0DED2994ABE}" type="sibTrans" cxnId="{405C6505-8669-4D00-A9F5-6BAD4421D0A7}">
      <dgm:prSet/>
      <dgm:spPr/>
      <dgm:t>
        <a:bodyPr/>
        <a:lstStyle/>
        <a:p>
          <a:endParaRPr lang="en-US"/>
        </a:p>
      </dgm:t>
    </dgm:pt>
    <dgm:pt modelId="{930958B8-9109-496E-A485-D6826F3E0432}" type="pres">
      <dgm:prSet presAssocID="{3D48D098-B410-4308-ABCA-E138CDA225BD}" presName="hierChild1" presStyleCnt="0">
        <dgm:presLayoutVars>
          <dgm:chPref val="1"/>
          <dgm:dir/>
          <dgm:animOne val="branch"/>
          <dgm:animLvl val="lvl"/>
          <dgm:resizeHandles/>
        </dgm:presLayoutVars>
      </dgm:prSet>
      <dgm:spPr/>
    </dgm:pt>
    <dgm:pt modelId="{9B849951-5A81-4DF5-AC5D-F973CFC7FDA7}" type="pres">
      <dgm:prSet presAssocID="{69F522AC-F4A8-4564-ABD4-F10D40777967}" presName="hierRoot1" presStyleCnt="0"/>
      <dgm:spPr/>
    </dgm:pt>
    <dgm:pt modelId="{E0BB02C9-DDA8-4373-B19A-290E696A4A05}" type="pres">
      <dgm:prSet presAssocID="{69F522AC-F4A8-4564-ABD4-F10D40777967}" presName="composite" presStyleCnt="0"/>
      <dgm:spPr/>
    </dgm:pt>
    <dgm:pt modelId="{2CC88962-680B-4135-BC61-59419148F54A}" type="pres">
      <dgm:prSet presAssocID="{69F522AC-F4A8-4564-ABD4-F10D40777967}" presName="background" presStyleLbl="node0" presStyleIdx="0" presStyleCnt="2"/>
      <dgm:spPr/>
    </dgm:pt>
    <dgm:pt modelId="{DEFB9025-11E2-4192-9DC7-8F302F307F95}" type="pres">
      <dgm:prSet presAssocID="{69F522AC-F4A8-4564-ABD4-F10D40777967}" presName="text" presStyleLbl="fgAcc0" presStyleIdx="0" presStyleCnt="2" custLinFactNeighborY="503">
        <dgm:presLayoutVars>
          <dgm:chPref val="3"/>
        </dgm:presLayoutVars>
      </dgm:prSet>
      <dgm:spPr/>
    </dgm:pt>
    <dgm:pt modelId="{162A0DD2-6FB9-45CB-8985-E75E4769379C}" type="pres">
      <dgm:prSet presAssocID="{69F522AC-F4A8-4564-ABD4-F10D40777967}" presName="hierChild2" presStyleCnt="0"/>
      <dgm:spPr/>
    </dgm:pt>
    <dgm:pt modelId="{7B064CD2-35F7-4661-A85A-37D12727D30A}" type="pres">
      <dgm:prSet presAssocID="{C5122C96-EB5F-4E8E-82F6-666372ACAA6B}" presName="hierRoot1" presStyleCnt="0"/>
      <dgm:spPr/>
    </dgm:pt>
    <dgm:pt modelId="{85A49195-B1A4-4511-84AD-2294ACEF4D9E}" type="pres">
      <dgm:prSet presAssocID="{C5122C96-EB5F-4E8E-82F6-666372ACAA6B}" presName="composite" presStyleCnt="0"/>
      <dgm:spPr/>
    </dgm:pt>
    <dgm:pt modelId="{14187279-A74A-43A0-BC5A-AC85E5994C0C}" type="pres">
      <dgm:prSet presAssocID="{C5122C96-EB5F-4E8E-82F6-666372ACAA6B}" presName="background" presStyleLbl="node0" presStyleIdx="1" presStyleCnt="2"/>
      <dgm:spPr/>
    </dgm:pt>
    <dgm:pt modelId="{4F52A65B-220F-4BD7-BF1C-036F92D10B5A}" type="pres">
      <dgm:prSet presAssocID="{C5122C96-EB5F-4E8E-82F6-666372ACAA6B}" presName="text" presStyleLbl="fgAcc0" presStyleIdx="1" presStyleCnt="2" custLinFactNeighborY="503">
        <dgm:presLayoutVars>
          <dgm:chPref val="3"/>
        </dgm:presLayoutVars>
      </dgm:prSet>
      <dgm:spPr/>
    </dgm:pt>
    <dgm:pt modelId="{7B05CFF9-A0B8-4F89-BBEF-F96073704819}" type="pres">
      <dgm:prSet presAssocID="{C5122C96-EB5F-4E8E-82F6-666372ACAA6B}" presName="hierChild2" presStyleCnt="0"/>
      <dgm:spPr/>
    </dgm:pt>
  </dgm:ptLst>
  <dgm:cxnLst>
    <dgm:cxn modelId="{405C6505-8669-4D00-A9F5-6BAD4421D0A7}" srcId="{3D48D098-B410-4308-ABCA-E138CDA225BD}" destId="{C5122C96-EB5F-4E8E-82F6-666372ACAA6B}" srcOrd="1" destOrd="0" parTransId="{F421C836-9D21-4A9F-865D-0F406A113038}" sibTransId="{0E78F225-9771-46A4-BE27-D0DED2994ABE}"/>
    <dgm:cxn modelId="{3F5D162D-176E-4918-9E7C-10CE921B4465}" type="presOf" srcId="{C5122C96-EB5F-4E8E-82F6-666372ACAA6B}" destId="{4F52A65B-220F-4BD7-BF1C-036F92D10B5A}" srcOrd="0" destOrd="0" presId="urn:microsoft.com/office/officeart/2005/8/layout/hierarchy1"/>
    <dgm:cxn modelId="{949DB362-6D9B-47E5-8EF2-82A8A1C5FB5F}" srcId="{3D48D098-B410-4308-ABCA-E138CDA225BD}" destId="{69F522AC-F4A8-4564-ABD4-F10D40777967}" srcOrd="0" destOrd="0" parTransId="{26E931C0-878B-4E5A-AB8A-33594BE5DA64}" sibTransId="{7039E32D-E745-4FC7-8BA4-97DD055490CB}"/>
    <dgm:cxn modelId="{3E673E83-759C-42C1-A010-7D5896917BAA}" type="presOf" srcId="{69F522AC-F4A8-4564-ABD4-F10D40777967}" destId="{DEFB9025-11E2-4192-9DC7-8F302F307F95}" srcOrd="0" destOrd="0" presId="urn:microsoft.com/office/officeart/2005/8/layout/hierarchy1"/>
    <dgm:cxn modelId="{C52A86CE-2F1E-487E-AEDD-2EAD2A266482}" type="presOf" srcId="{3D48D098-B410-4308-ABCA-E138CDA225BD}" destId="{930958B8-9109-496E-A485-D6826F3E0432}" srcOrd="0" destOrd="0" presId="urn:microsoft.com/office/officeart/2005/8/layout/hierarchy1"/>
    <dgm:cxn modelId="{676D4F7F-1F06-4DCA-B64D-14FAF9A37086}" type="presParOf" srcId="{930958B8-9109-496E-A485-D6826F3E0432}" destId="{9B849951-5A81-4DF5-AC5D-F973CFC7FDA7}" srcOrd="0" destOrd="0" presId="urn:microsoft.com/office/officeart/2005/8/layout/hierarchy1"/>
    <dgm:cxn modelId="{D7FB0046-C40B-4B4D-ABBA-36A32304810C}" type="presParOf" srcId="{9B849951-5A81-4DF5-AC5D-F973CFC7FDA7}" destId="{E0BB02C9-DDA8-4373-B19A-290E696A4A05}" srcOrd="0" destOrd="0" presId="urn:microsoft.com/office/officeart/2005/8/layout/hierarchy1"/>
    <dgm:cxn modelId="{C7B6477E-A0B4-486C-8D1A-B8F684059142}" type="presParOf" srcId="{E0BB02C9-DDA8-4373-B19A-290E696A4A05}" destId="{2CC88962-680B-4135-BC61-59419148F54A}" srcOrd="0" destOrd="0" presId="urn:microsoft.com/office/officeart/2005/8/layout/hierarchy1"/>
    <dgm:cxn modelId="{157CECCC-21E8-4EEE-A9D9-E4BF7297D54A}" type="presParOf" srcId="{E0BB02C9-DDA8-4373-B19A-290E696A4A05}" destId="{DEFB9025-11E2-4192-9DC7-8F302F307F95}" srcOrd="1" destOrd="0" presId="urn:microsoft.com/office/officeart/2005/8/layout/hierarchy1"/>
    <dgm:cxn modelId="{89504BE0-B3A1-405F-AAA2-16A68D00F8B5}" type="presParOf" srcId="{9B849951-5A81-4DF5-AC5D-F973CFC7FDA7}" destId="{162A0DD2-6FB9-45CB-8985-E75E4769379C}" srcOrd="1" destOrd="0" presId="urn:microsoft.com/office/officeart/2005/8/layout/hierarchy1"/>
    <dgm:cxn modelId="{69BF0030-C6FB-4711-8C57-44D9467D61F1}" type="presParOf" srcId="{930958B8-9109-496E-A485-D6826F3E0432}" destId="{7B064CD2-35F7-4661-A85A-37D12727D30A}" srcOrd="1" destOrd="0" presId="urn:microsoft.com/office/officeart/2005/8/layout/hierarchy1"/>
    <dgm:cxn modelId="{911993EC-A55A-4510-A6C2-69C9D38CD64D}" type="presParOf" srcId="{7B064CD2-35F7-4661-A85A-37D12727D30A}" destId="{85A49195-B1A4-4511-84AD-2294ACEF4D9E}" srcOrd="0" destOrd="0" presId="urn:microsoft.com/office/officeart/2005/8/layout/hierarchy1"/>
    <dgm:cxn modelId="{8EB6DA74-6F51-4380-82DB-13444770B76D}" type="presParOf" srcId="{85A49195-B1A4-4511-84AD-2294ACEF4D9E}" destId="{14187279-A74A-43A0-BC5A-AC85E5994C0C}" srcOrd="0" destOrd="0" presId="urn:microsoft.com/office/officeart/2005/8/layout/hierarchy1"/>
    <dgm:cxn modelId="{5B41E33C-3C86-4391-B1C3-04AE4CCB911C}" type="presParOf" srcId="{85A49195-B1A4-4511-84AD-2294ACEF4D9E}" destId="{4F52A65B-220F-4BD7-BF1C-036F92D10B5A}" srcOrd="1" destOrd="0" presId="urn:microsoft.com/office/officeart/2005/8/layout/hierarchy1"/>
    <dgm:cxn modelId="{C0C90601-6608-41D1-9864-FEC30FEC2A7D}" type="presParOf" srcId="{7B064CD2-35F7-4661-A85A-37D12727D30A}" destId="{7B05CFF9-A0B8-4F89-BBEF-F9607370481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88962-680B-4135-BC61-59419148F54A}">
      <dsp:nvSpPr>
        <dsp:cNvPr id="0" name=""/>
        <dsp:cNvSpPr/>
      </dsp:nvSpPr>
      <dsp:spPr>
        <a:xfrm>
          <a:off x="417641" y="833"/>
          <a:ext cx="4344650" cy="275885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FB9025-11E2-4192-9DC7-8F302F307F95}">
      <dsp:nvSpPr>
        <dsp:cNvPr id="0" name=""/>
        <dsp:cNvSpPr/>
      </dsp:nvSpPr>
      <dsp:spPr>
        <a:xfrm>
          <a:off x="900380" y="459435"/>
          <a:ext cx="4344650" cy="275885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This project suggests a web-based budget managing tool which will boost financial consciousness and responsibilities between the parent and the dependent(s). This tool aims to allow the parent not only to assign a certain budget amount to the dependent(s) but also to monitor in real-time the expenditure of the dependent(s). He/she will also be aware of his/her balance. </a:t>
          </a:r>
        </a:p>
      </dsp:txBody>
      <dsp:txXfrm>
        <a:off x="981184" y="540239"/>
        <a:ext cx="4183042" cy="2597244"/>
      </dsp:txXfrm>
    </dsp:sp>
    <dsp:sp modelId="{14187279-A74A-43A0-BC5A-AC85E5994C0C}">
      <dsp:nvSpPr>
        <dsp:cNvPr id="0" name=""/>
        <dsp:cNvSpPr/>
      </dsp:nvSpPr>
      <dsp:spPr>
        <a:xfrm>
          <a:off x="5727769" y="833"/>
          <a:ext cx="4344650" cy="275885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F52A65B-220F-4BD7-BF1C-036F92D10B5A}">
      <dsp:nvSpPr>
        <dsp:cNvPr id="0" name=""/>
        <dsp:cNvSpPr/>
      </dsp:nvSpPr>
      <dsp:spPr>
        <a:xfrm>
          <a:off x="6210508" y="459435"/>
          <a:ext cx="4344650" cy="275885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Both will have separate login modules in the app, which will include a parent and a dependent dashboard. There will be graphical representation tools on how to make expenses using pie charts and bar graphs. The budget limit will be imposed by means of validating the input values into the tool. This project is a real-life usage of web-related technologies.</a:t>
          </a:r>
          <a:r>
            <a:rPr lang="en-US" sz="1700" b="1" kern="1200"/>
            <a:t> </a:t>
          </a:r>
          <a:endParaRPr lang="en-US" sz="1700" kern="1200"/>
        </a:p>
      </dsp:txBody>
      <dsp:txXfrm>
        <a:off x="6291312" y="540239"/>
        <a:ext cx="4183042" cy="259724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612648" y="557783"/>
            <a:ext cx="10969752" cy="3130807"/>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612648" y="3902206"/>
            <a:ext cx="10969752" cy="2240529"/>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79C5A860-F335-4252-AA00-24FB67ED2982}" type="datetime1">
              <a:rPr lang="en-US" smtClean="0"/>
              <a:t>4/20/2026</a:t>
            </a:fld>
            <a:endParaRPr lang="en-US"/>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680496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D04BC802-30E3-4658-9CCA-F873646FEC67}" type="datetime1">
              <a:rPr lang="en-US" smtClean="0"/>
              <a:t>4/20/2026</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69566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612648" y="557784"/>
            <a:ext cx="10969752" cy="3146400"/>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612648" y="3902207"/>
            <a:ext cx="10969752" cy="2187443"/>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AB227A3-19CE-4153-81CE-64EB7AB094B3}" type="datetime1">
              <a:rPr lang="en-US" smtClean="0"/>
              <a:t>4/20/2026</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914628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609600" y="2081369"/>
            <a:ext cx="5410200" cy="4095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2" y="2081369"/>
            <a:ext cx="5410200" cy="4095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B819A100-10F6-477E-8847-29D479EF1C92}" type="datetime1">
              <a:rPr lang="en-US" smtClean="0"/>
              <a:t>4/20/2026</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585757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609600" y="365125"/>
            <a:ext cx="1074578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609600" y="1895096"/>
            <a:ext cx="5387975"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609600" y="2842211"/>
            <a:ext cx="5387975" cy="3347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67890" y="1895096"/>
            <a:ext cx="5414510"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67890" y="2842211"/>
            <a:ext cx="5414510" cy="3347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5DF128AB-198A-495F-8475-FDB360C9873F}" type="datetime1">
              <a:rPr lang="en-US" smtClean="0"/>
              <a:t>4/20/2026</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231757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21A235E-F8FD-479F-9FC7-18BE84110877}" type="datetime1">
              <a:rPr lang="en-US" smtClean="0"/>
              <a:t>4/20/2026</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871712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E890F09B-68DA-462E-9DB4-4C9ADAB8CBCC}" type="datetime1">
              <a:rPr lang="en-US" smtClean="0"/>
              <a:t>4/20/2026</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9443957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612649" y="457199"/>
            <a:ext cx="4970822" cy="2660205"/>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6096000" y="457200"/>
            <a:ext cx="5483352" cy="5744003"/>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612649" y="3329989"/>
            <a:ext cx="4970822" cy="287121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17AC4E36-FABE-47EB-AA7F-C19A93824617}" type="datetime1">
              <a:rPr lang="en-US" smtClean="0"/>
              <a:t>4/20/2026</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604854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612649" y="457199"/>
            <a:ext cx="4970822" cy="2667485"/>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6096000" y="457199"/>
            <a:ext cx="5483352" cy="54038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612649" y="3322708"/>
            <a:ext cx="4970822" cy="254628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F199CE6B-5DE6-4A2D-B72E-5E8969F9F56F}" type="datetime1">
              <a:rPr lang="en-US" smtClean="0"/>
              <a:t>4/20/2026</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086438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46AB1048-0047-48CA-88BA-D69B470942CF}" type="datetime1">
              <a:rPr lang="en-US" smtClean="0"/>
              <a:t>4/20/2026</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584070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557784"/>
            <a:ext cx="2854452" cy="5643420"/>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612648" y="557784"/>
            <a:ext cx="7734300" cy="56434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5BD83879-648C-49A9-81A2-0EF5946532D0}" type="datetime1">
              <a:rPr lang="en-US" smtClean="0"/>
              <a:t>4/20/2026</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12182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42E603F-28B7-4831-BF23-65FBAB13D5FB}"/>
              </a:ext>
            </a:extLst>
          </p:cNvPr>
          <p:cNvSpPr/>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id="{4D39700F-2B10-4402-A7DD-06EE2245880D}"/>
              </a:ext>
              <a:ext uri="{C183D7F6-B498-43B3-948B-1728B52AA6E4}">
                <adec:decorative xmlns:adec="http://schemas.microsoft.com/office/drawing/2017/decorative" val="1"/>
              </a:ext>
            </a:extLst>
          </p:cNvPr>
          <p:cNvSpPr/>
          <p:nvPr/>
        </p:nvSpPr>
        <p:spPr>
          <a:xfrm>
            <a:off x="-1" y="232968"/>
            <a:ext cx="9560477" cy="6625032"/>
          </a:xfrm>
          <a:custGeom>
            <a:avLst/>
            <a:gdLst>
              <a:gd name="connsiteX0" fmla="*/ 8831314 w 9263816"/>
              <a:gd name="connsiteY0" fmla="*/ 5943878 h 6858000"/>
              <a:gd name="connsiteX1" fmla="*/ 9179783 w 9263816"/>
              <a:gd name="connsiteY1" fmla="*/ 6086141 h 6858000"/>
              <a:gd name="connsiteX2" fmla="*/ 9260887 w 9263816"/>
              <a:gd name="connsiteY2" fmla="*/ 6279156 h 6858000"/>
              <a:gd name="connsiteX3" fmla="*/ 8925621 w 9263816"/>
              <a:gd name="connsiteY3" fmla="*/ 6708712 h 6858000"/>
              <a:gd name="connsiteX4" fmla="*/ 8496050 w 9263816"/>
              <a:gd name="connsiteY4" fmla="*/ 6373449 h 6858000"/>
              <a:gd name="connsiteX5" fmla="*/ 8831314 w 9263816"/>
              <a:gd name="connsiteY5" fmla="*/ 5943878 h 6858000"/>
              <a:gd name="connsiteX6" fmla="*/ 7397485 w 9263816"/>
              <a:gd name="connsiteY6" fmla="*/ 5931706 h 6858000"/>
              <a:gd name="connsiteX7" fmla="*/ 7917779 w 9263816"/>
              <a:gd name="connsiteY7" fmla="*/ 6191864 h 6858000"/>
              <a:gd name="connsiteX8" fmla="*/ 8013467 w 9263816"/>
              <a:gd name="connsiteY8" fmla="*/ 6375784 h 6858000"/>
              <a:gd name="connsiteX9" fmla="*/ 8021879 w 9263816"/>
              <a:gd name="connsiteY9" fmla="*/ 6753751 h 6858000"/>
              <a:gd name="connsiteX10" fmla="*/ 7981316 w 9263816"/>
              <a:gd name="connsiteY10" fmla="*/ 6858000 h 6858000"/>
              <a:gd name="connsiteX11" fmla="*/ 6819486 w 9263816"/>
              <a:gd name="connsiteY11" fmla="*/ 6858000 h 6858000"/>
              <a:gd name="connsiteX12" fmla="*/ 6785199 w 9263816"/>
              <a:gd name="connsiteY12" fmla="*/ 6781101 h 6858000"/>
              <a:gd name="connsiteX13" fmla="*/ 7196747 w 9263816"/>
              <a:gd name="connsiteY13" fmla="*/ 5964309 h 6858000"/>
              <a:gd name="connsiteX14" fmla="*/ 7397485 w 9263816"/>
              <a:gd name="connsiteY14" fmla="*/ 5931706 h 6858000"/>
              <a:gd name="connsiteX15" fmla="*/ 1505570 w 9263816"/>
              <a:gd name="connsiteY15" fmla="*/ 227178 h 6858000"/>
              <a:gd name="connsiteX16" fmla="*/ 2026489 w 9263816"/>
              <a:gd name="connsiteY16" fmla="*/ 392370 h 6858000"/>
              <a:gd name="connsiteX17" fmla="*/ 2444553 w 9263816"/>
              <a:gd name="connsiteY17" fmla="*/ 1654853 h 6858000"/>
              <a:gd name="connsiteX18" fmla="*/ 3183153 w 9263816"/>
              <a:gd name="connsiteY18" fmla="*/ 2116208 h 6858000"/>
              <a:gd name="connsiteX19" fmla="*/ 4288384 w 9263816"/>
              <a:gd name="connsiteY19" fmla="*/ 1291908 h 6858000"/>
              <a:gd name="connsiteX20" fmla="*/ 5472602 w 9263816"/>
              <a:gd name="connsiteY20" fmla="*/ 1697818 h 6858000"/>
              <a:gd name="connsiteX21" fmla="*/ 5844697 w 9263816"/>
              <a:gd name="connsiteY21" fmla="*/ 3444791 h 6858000"/>
              <a:gd name="connsiteX22" fmla="*/ 6715674 w 9263816"/>
              <a:gd name="connsiteY22" fmla="*/ 4065208 h 6858000"/>
              <a:gd name="connsiteX23" fmla="*/ 8130429 w 9263816"/>
              <a:gd name="connsiteY23" fmla="*/ 4101787 h 6858000"/>
              <a:gd name="connsiteX24" fmla="*/ 8624630 w 9263816"/>
              <a:gd name="connsiteY24" fmla="*/ 4686202 h 6858000"/>
              <a:gd name="connsiteX25" fmla="*/ 8623843 w 9263816"/>
              <a:gd name="connsiteY25" fmla="*/ 4685749 h 6858000"/>
              <a:gd name="connsiteX26" fmla="*/ 8646859 w 9263816"/>
              <a:gd name="connsiteY26" fmla="*/ 4835156 h 6858000"/>
              <a:gd name="connsiteX27" fmla="*/ 8079403 w 9263816"/>
              <a:gd name="connsiteY27" fmla="*/ 5661624 h 6858000"/>
              <a:gd name="connsiteX28" fmla="*/ 6833105 w 9263816"/>
              <a:gd name="connsiteY28" fmla="*/ 5397208 h 6858000"/>
              <a:gd name="connsiteX29" fmla="*/ 5900832 w 9263816"/>
              <a:gd name="connsiteY29" fmla="*/ 5944462 h 6858000"/>
              <a:gd name="connsiteX30" fmla="*/ 6067212 w 9263816"/>
              <a:gd name="connsiteY30" fmla="*/ 6811916 h 6858000"/>
              <a:gd name="connsiteX31" fmla="*/ 6089565 w 9263816"/>
              <a:gd name="connsiteY31" fmla="*/ 6858000 h 6858000"/>
              <a:gd name="connsiteX32" fmla="*/ 0 w 9263816"/>
              <a:gd name="connsiteY32" fmla="*/ 6858000 h 6858000"/>
              <a:gd name="connsiteX33" fmla="*/ 0 w 9263816"/>
              <a:gd name="connsiteY33" fmla="*/ 2181377 h 6858000"/>
              <a:gd name="connsiteX34" fmla="*/ 73069 w 9263816"/>
              <a:gd name="connsiteY34" fmla="*/ 2215839 h 6858000"/>
              <a:gd name="connsiteX35" fmla="*/ 335445 w 9263816"/>
              <a:gd name="connsiteY35" fmla="*/ 2237140 h 6858000"/>
              <a:gd name="connsiteX36" fmla="*/ 752878 w 9263816"/>
              <a:gd name="connsiteY36" fmla="*/ 1445285 h 6858000"/>
              <a:gd name="connsiteX37" fmla="*/ 1202551 w 9263816"/>
              <a:gd name="connsiteY37" fmla="*/ 314229 h 6858000"/>
              <a:gd name="connsiteX38" fmla="*/ 1505570 w 9263816"/>
              <a:gd name="connsiteY38" fmla="*/ 227178 h 6858000"/>
              <a:gd name="connsiteX39" fmla="*/ 3142509 w 9263816"/>
              <a:gd name="connsiteY39" fmla="*/ 68854 h 6858000"/>
              <a:gd name="connsiteX40" fmla="*/ 3490978 w 9263816"/>
              <a:gd name="connsiteY40" fmla="*/ 211117 h 6858000"/>
              <a:gd name="connsiteX41" fmla="*/ 3572083 w 9263816"/>
              <a:gd name="connsiteY41" fmla="*/ 404131 h 6858000"/>
              <a:gd name="connsiteX42" fmla="*/ 3236814 w 9263816"/>
              <a:gd name="connsiteY42" fmla="*/ 833688 h 6858000"/>
              <a:gd name="connsiteX43" fmla="*/ 2807245 w 9263816"/>
              <a:gd name="connsiteY43" fmla="*/ 498425 h 6858000"/>
              <a:gd name="connsiteX44" fmla="*/ 3142509 w 9263816"/>
              <a:gd name="connsiteY44" fmla="*/ 68854 h 6858000"/>
              <a:gd name="connsiteX45" fmla="*/ 0 w 9263816"/>
              <a:gd name="connsiteY45" fmla="*/ 0 h 6858000"/>
              <a:gd name="connsiteX46" fmla="*/ 39858 w 9263816"/>
              <a:gd name="connsiteY46" fmla="*/ 0 h 6858000"/>
              <a:gd name="connsiteX47" fmla="*/ 65022 w 9263816"/>
              <a:gd name="connsiteY47" fmla="*/ 5834 h 6858000"/>
              <a:gd name="connsiteX48" fmla="*/ 389258 w 9263816"/>
              <a:gd name="connsiteY48" fmla="*/ 235630 h 6858000"/>
              <a:gd name="connsiteX49" fmla="*/ 485484 w 9263816"/>
              <a:gd name="connsiteY49" fmla="*/ 420070 h 6858000"/>
              <a:gd name="connsiteX50" fmla="*/ 74229 w 9263816"/>
              <a:gd name="connsiteY50" fmla="*/ 1237955 h 6858000"/>
              <a:gd name="connsiteX51" fmla="*/ 0 w 9263816"/>
              <a:gd name="connsiteY51" fmla="*/ 125447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263816" h="6858000">
                <a:moveTo>
                  <a:pt x="8831314" y="5943878"/>
                </a:moveTo>
                <a:cubicBezTo>
                  <a:pt x="8964281" y="5927490"/>
                  <a:pt x="9096260" y="5981362"/>
                  <a:pt x="9179783" y="6086141"/>
                </a:cubicBezTo>
                <a:cubicBezTo>
                  <a:pt x="9224074" y="6141769"/>
                  <a:pt x="9252211" y="6208560"/>
                  <a:pt x="9260887" y="6279156"/>
                </a:cubicBezTo>
                <a:cubicBezTo>
                  <a:pt x="9286897" y="6490362"/>
                  <a:pt x="9136845" y="6682672"/>
                  <a:pt x="8925621" y="6708712"/>
                </a:cubicBezTo>
                <a:cubicBezTo>
                  <a:pt x="8714398" y="6734766"/>
                  <a:pt x="8522062" y="6584655"/>
                  <a:pt x="8496050" y="6373449"/>
                </a:cubicBezTo>
                <a:cubicBezTo>
                  <a:pt x="8470038" y="6162229"/>
                  <a:pt x="8620090" y="5969920"/>
                  <a:pt x="8831314" y="5943878"/>
                </a:cubicBezTo>
                <a:close/>
                <a:moveTo>
                  <a:pt x="7397485" y="5931706"/>
                </a:moveTo>
                <a:cubicBezTo>
                  <a:pt x="7598431" y="5931157"/>
                  <a:pt x="7792965" y="6024548"/>
                  <a:pt x="7917779" y="6191864"/>
                </a:cubicBezTo>
                <a:cubicBezTo>
                  <a:pt x="7959204" y="6247714"/>
                  <a:pt x="7991530" y="6309792"/>
                  <a:pt x="8013467" y="6375784"/>
                </a:cubicBezTo>
                <a:cubicBezTo>
                  <a:pt x="8055425" y="6502973"/>
                  <a:pt x="8055748" y="6633888"/>
                  <a:pt x="8021879" y="6753751"/>
                </a:cubicBezTo>
                <a:lnTo>
                  <a:pt x="7981316" y="6858000"/>
                </a:lnTo>
                <a:lnTo>
                  <a:pt x="6819486" y="6858000"/>
                </a:lnTo>
                <a:lnTo>
                  <a:pt x="6785199" y="6781101"/>
                </a:lnTo>
                <a:cubicBezTo>
                  <a:pt x="6673307" y="6441922"/>
                  <a:pt x="6857485" y="6076251"/>
                  <a:pt x="7196747" y="5964309"/>
                </a:cubicBezTo>
                <a:cubicBezTo>
                  <a:pt x="7262809" y="5942509"/>
                  <a:pt x="7330503" y="5931889"/>
                  <a:pt x="7397485" y="5931706"/>
                </a:cubicBezTo>
                <a:close/>
                <a:moveTo>
                  <a:pt x="1505570" y="227178"/>
                </a:moveTo>
                <a:cubicBezTo>
                  <a:pt x="1691018" y="218628"/>
                  <a:pt x="1889853" y="275403"/>
                  <a:pt x="2026489" y="392370"/>
                </a:cubicBezTo>
                <a:cubicBezTo>
                  <a:pt x="2369898" y="685965"/>
                  <a:pt x="2078266" y="1147857"/>
                  <a:pt x="2444553" y="1654853"/>
                </a:cubicBezTo>
                <a:cubicBezTo>
                  <a:pt x="2492906" y="1721679"/>
                  <a:pt x="2800482" y="2144546"/>
                  <a:pt x="3183153" y="2116208"/>
                </a:cubicBezTo>
                <a:cubicBezTo>
                  <a:pt x="3673561" y="2080541"/>
                  <a:pt x="3723222" y="1441614"/>
                  <a:pt x="4288384" y="1291908"/>
                </a:cubicBezTo>
                <a:cubicBezTo>
                  <a:pt x="4689065" y="1185875"/>
                  <a:pt x="5207943" y="1366633"/>
                  <a:pt x="5472602" y="1697818"/>
                </a:cubicBezTo>
                <a:cubicBezTo>
                  <a:pt x="5891294" y="2221754"/>
                  <a:pt x="5408012" y="2790179"/>
                  <a:pt x="5844697" y="3444791"/>
                </a:cubicBezTo>
                <a:cubicBezTo>
                  <a:pt x="6149900" y="3902467"/>
                  <a:pt x="6672672" y="4053594"/>
                  <a:pt x="6715674" y="4065208"/>
                </a:cubicBezTo>
                <a:cubicBezTo>
                  <a:pt x="7326423" y="4232519"/>
                  <a:pt x="7677158" y="3817020"/>
                  <a:pt x="8130429" y="4101787"/>
                </a:cubicBezTo>
                <a:cubicBezTo>
                  <a:pt x="8226340" y="4161985"/>
                  <a:pt x="8536372" y="4356819"/>
                  <a:pt x="8624630" y="4686202"/>
                </a:cubicBezTo>
                <a:lnTo>
                  <a:pt x="8623843" y="4685749"/>
                </a:lnTo>
                <a:cubicBezTo>
                  <a:pt x="8636924" y="4734567"/>
                  <a:pt x="8644635" y="4784678"/>
                  <a:pt x="8646859" y="4835156"/>
                </a:cubicBezTo>
                <a:cubicBezTo>
                  <a:pt x="8662596" y="5196604"/>
                  <a:pt x="8398383" y="5562326"/>
                  <a:pt x="8079403" y="5661624"/>
                </a:cubicBezTo>
                <a:cubicBezTo>
                  <a:pt x="7649807" y="5795217"/>
                  <a:pt x="7430996" y="5350293"/>
                  <a:pt x="6833105" y="5397208"/>
                </a:cubicBezTo>
                <a:cubicBezTo>
                  <a:pt x="6519033" y="5421527"/>
                  <a:pt x="6056658" y="5595550"/>
                  <a:pt x="5900832" y="5944462"/>
                </a:cubicBezTo>
                <a:cubicBezTo>
                  <a:pt x="5770548" y="6236600"/>
                  <a:pt x="5916359" y="6515160"/>
                  <a:pt x="6067212" y="6811916"/>
                </a:cubicBezTo>
                <a:lnTo>
                  <a:pt x="6089565" y="6858000"/>
                </a:lnTo>
                <a:lnTo>
                  <a:pt x="0" y="6858000"/>
                </a:lnTo>
                <a:lnTo>
                  <a:pt x="0" y="2181377"/>
                </a:lnTo>
                <a:lnTo>
                  <a:pt x="73069" y="2215839"/>
                </a:lnTo>
                <a:cubicBezTo>
                  <a:pt x="165116" y="2251829"/>
                  <a:pt x="254486" y="2263171"/>
                  <a:pt x="335445" y="2237140"/>
                </a:cubicBezTo>
                <a:cubicBezTo>
                  <a:pt x="594718" y="2153707"/>
                  <a:pt x="688441" y="1733807"/>
                  <a:pt x="752878" y="1445285"/>
                </a:cubicBezTo>
                <a:cubicBezTo>
                  <a:pt x="925059" y="674068"/>
                  <a:pt x="975076" y="456292"/>
                  <a:pt x="1202551" y="314229"/>
                </a:cubicBezTo>
                <a:cubicBezTo>
                  <a:pt x="1287853" y="260956"/>
                  <a:pt x="1394302" y="232308"/>
                  <a:pt x="1505570" y="227178"/>
                </a:cubicBezTo>
                <a:close/>
                <a:moveTo>
                  <a:pt x="3142509" y="68854"/>
                </a:moveTo>
                <a:cubicBezTo>
                  <a:pt x="3275474" y="52467"/>
                  <a:pt x="3407455" y="106339"/>
                  <a:pt x="3490978" y="211117"/>
                </a:cubicBezTo>
                <a:cubicBezTo>
                  <a:pt x="3535271" y="266744"/>
                  <a:pt x="3563404" y="333535"/>
                  <a:pt x="3572083" y="404131"/>
                </a:cubicBezTo>
                <a:cubicBezTo>
                  <a:pt x="3598092" y="615337"/>
                  <a:pt x="3448040" y="807648"/>
                  <a:pt x="3236814" y="833688"/>
                </a:cubicBezTo>
                <a:cubicBezTo>
                  <a:pt x="3025594" y="859741"/>
                  <a:pt x="2833255" y="709631"/>
                  <a:pt x="2807245" y="498425"/>
                </a:cubicBezTo>
                <a:cubicBezTo>
                  <a:pt x="2781232" y="287207"/>
                  <a:pt x="2931283" y="94896"/>
                  <a:pt x="3142509" y="68854"/>
                </a:cubicBezTo>
                <a:close/>
                <a:moveTo>
                  <a:pt x="0" y="0"/>
                </a:moveTo>
                <a:lnTo>
                  <a:pt x="39858" y="0"/>
                </a:lnTo>
                <a:lnTo>
                  <a:pt x="65022" y="5834"/>
                </a:lnTo>
                <a:cubicBezTo>
                  <a:pt x="191545" y="45606"/>
                  <a:pt x="305874" y="124173"/>
                  <a:pt x="389258" y="235630"/>
                </a:cubicBezTo>
                <a:cubicBezTo>
                  <a:pt x="430983" y="291600"/>
                  <a:pt x="463360" y="353876"/>
                  <a:pt x="485484" y="420070"/>
                </a:cubicBezTo>
                <a:cubicBezTo>
                  <a:pt x="597711" y="759508"/>
                  <a:pt x="413661" y="1125662"/>
                  <a:pt x="74229" y="1237955"/>
                </a:cubicBezTo>
                <a:lnTo>
                  <a:pt x="0" y="1254477"/>
                </a:lnTo>
                <a:close/>
              </a:path>
            </a:pathLst>
          </a:cu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609600" y="557784"/>
            <a:ext cx="10972800"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609600" y="2106204"/>
            <a:ext cx="10972800" cy="403653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609600" y="6356350"/>
            <a:ext cx="2743200" cy="365125"/>
          </a:xfrm>
          <a:prstGeom prst="rect">
            <a:avLst/>
          </a:prstGeom>
        </p:spPr>
        <p:txBody>
          <a:bodyPr vert="horz" lIns="91440" tIns="45720" rIns="91440" bIns="45720" rtlCol="0" anchor="ctr"/>
          <a:lstStyle>
            <a:lvl1pPr algn="l">
              <a:defRPr lang="en-US" sz="800" kern="1200" cap="all" spc="200" smtClean="0">
                <a:solidFill>
                  <a:schemeClr val="tx1"/>
                </a:solidFill>
                <a:latin typeface="+mn-lt"/>
                <a:ea typeface="+mn-ea"/>
                <a:cs typeface="Segoe UI Semilight" panose="020B0402040204020203" pitchFamily="34" charset="0"/>
              </a:defRPr>
            </a:lvl1pPr>
          </a:lstStyle>
          <a:p>
            <a:fld id="{F481A142-DA77-4A5F-AD1F-14E6C18F0F5F}" type="datetime1">
              <a:rPr lang="en-US" smtClean="0"/>
              <a:t>4/20/2026</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800" kern="1200" cap="all" spc="200" dirty="0">
                <a:solidFill>
                  <a:schemeClr val="tx1"/>
                </a:solidFill>
                <a:latin typeface="+mn-lt"/>
                <a:ea typeface="+mn-ea"/>
                <a:cs typeface="Segoe UI Semilight" panose="020B0402040204020203" pitchFamily="34" charset="0"/>
              </a:defRPr>
            </a:lvl1pPr>
          </a:lstStyle>
          <a:p>
            <a:endParaRPr lang="en-US" dirty="0"/>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10134600" y="6356350"/>
            <a:ext cx="1447800" cy="365125"/>
          </a:xfrm>
          <a:prstGeom prst="rect">
            <a:avLst/>
          </a:prstGeom>
        </p:spPr>
        <p:txBody>
          <a:bodyPr vert="horz" lIns="91440" tIns="45720" rIns="91440" bIns="45720" rtlCol="0" anchor="ctr"/>
          <a:lstStyle>
            <a:lvl1pPr algn="r">
              <a:defRPr lang="en-US" sz="800" kern="1200" cap="all" spc="200" smtClean="0">
                <a:solidFill>
                  <a:schemeClr val="tx1"/>
                </a:solidFill>
                <a:latin typeface="+mn-lt"/>
                <a:ea typeface="+mn-ea"/>
                <a:cs typeface="Segoe UI Semilight" panose="020B0402040204020203" pitchFamily="34" charset="0"/>
              </a:defRPr>
            </a:lvl1pPr>
          </a:lstStyle>
          <a:p>
            <a:fld id="{1F646F3F-274D-499B-ABBE-824EB4ABDC3D}" type="slidenum">
              <a:rPr lang="en-US" smtClean="0"/>
              <a:pPr/>
              <a:t>‹#›</a:t>
            </a:fld>
            <a:endParaRPr lang="en-US"/>
          </a:p>
        </p:txBody>
      </p:sp>
    </p:spTree>
    <p:extLst>
      <p:ext uri="{BB962C8B-B14F-4D97-AF65-F5344CB8AC3E}">
        <p14:creationId xmlns:p14="http://schemas.microsoft.com/office/powerpoint/2010/main" val="293365659"/>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Lst>
  <p:hf sldNum="0" hdr="0" ftr="0" dt="0"/>
  <p:txStyles>
    <p:title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6E15305-164C-44CD-9E0F-420C2DC1B3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24" name="Rectangle 23">
            <a:extLst>
              <a:ext uri="{FF2B5EF4-FFF2-40B4-BE49-F238E27FC236}">
                <a16:creationId xmlns:a16="http://schemas.microsoft.com/office/drawing/2014/main" id="{7EA74781-2FA5-447B-BA88-59723CACE6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179FE93-61DB-780D-F5BB-03202FF9967B}"/>
              </a:ext>
            </a:extLst>
          </p:cNvPr>
          <p:cNvSpPr>
            <a:spLocks noGrp="1"/>
          </p:cNvSpPr>
          <p:nvPr>
            <p:ph type="ctrTitle"/>
          </p:nvPr>
        </p:nvSpPr>
        <p:spPr>
          <a:xfrm>
            <a:off x="609600" y="1122363"/>
            <a:ext cx="5538716" cy="2387600"/>
          </a:xfrm>
        </p:spPr>
        <p:txBody>
          <a:bodyPr>
            <a:normAutofit/>
          </a:bodyPr>
          <a:lstStyle/>
          <a:p>
            <a:r>
              <a:rPr lang="en-IN" dirty="0"/>
              <a:t>Budget Bond</a:t>
            </a:r>
          </a:p>
        </p:txBody>
      </p:sp>
      <p:sp>
        <p:nvSpPr>
          <p:cNvPr id="3" name="Subtitle 2">
            <a:extLst>
              <a:ext uri="{FF2B5EF4-FFF2-40B4-BE49-F238E27FC236}">
                <a16:creationId xmlns:a16="http://schemas.microsoft.com/office/drawing/2014/main" id="{C101B315-4619-CD05-DBB2-8A5C3583FD94}"/>
              </a:ext>
            </a:extLst>
          </p:cNvPr>
          <p:cNvSpPr>
            <a:spLocks noGrp="1"/>
          </p:cNvSpPr>
          <p:nvPr>
            <p:ph type="subTitle" idx="1"/>
          </p:nvPr>
        </p:nvSpPr>
        <p:spPr>
          <a:xfrm>
            <a:off x="609600" y="3602038"/>
            <a:ext cx="5538716" cy="1655762"/>
          </a:xfrm>
        </p:spPr>
        <p:txBody>
          <a:bodyPr>
            <a:normAutofit/>
          </a:bodyPr>
          <a:lstStyle/>
          <a:p>
            <a:r>
              <a:rPr lang="en-IN" dirty="0"/>
              <a:t>Name :- Sairaj Kulkarni, EjazAhmad Sayyed, 	Hardik Dhamnaskar.</a:t>
            </a:r>
          </a:p>
          <a:p>
            <a:r>
              <a:rPr lang="en-IN" dirty="0"/>
              <a:t>Guide Name :- Dr. Rahat Khan</a:t>
            </a:r>
          </a:p>
          <a:p>
            <a:endParaRPr lang="en-IN" dirty="0"/>
          </a:p>
        </p:txBody>
      </p:sp>
      <p:pic>
        <p:nvPicPr>
          <p:cNvPr id="17" name="Picture 16">
            <a:extLst>
              <a:ext uri="{FF2B5EF4-FFF2-40B4-BE49-F238E27FC236}">
                <a16:creationId xmlns:a16="http://schemas.microsoft.com/office/drawing/2014/main" id="{BE456BF4-A980-AA4E-A03D-68AC0ADA50B5}"/>
              </a:ext>
            </a:extLst>
          </p:cNvPr>
          <p:cNvPicPr>
            <a:picLocks noChangeAspect="1"/>
          </p:cNvPicPr>
          <p:nvPr/>
        </p:nvPicPr>
        <p:blipFill>
          <a:blip r:embed="rId2"/>
          <a:srcRect r="768" b="3"/>
          <a:stretch>
            <a:fillRect/>
          </a:stretch>
        </p:blipFill>
        <p:spPr>
          <a:xfrm>
            <a:off x="6408746" y="341196"/>
            <a:ext cx="5783254" cy="5827839"/>
          </a:xfrm>
          <a:custGeom>
            <a:avLst/>
            <a:gdLst/>
            <a:ahLst/>
            <a:cxnLst/>
            <a:rect l="l" t="t" r="r" b="b"/>
            <a:pathLst>
              <a:path w="5783254" h="5827839">
                <a:moveTo>
                  <a:pt x="4737899" y="4735529"/>
                </a:moveTo>
                <a:cubicBezTo>
                  <a:pt x="5039532" y="4735529"/>
                  <a:pt x="5284054" y="4980051"/>
                  <a:pt x="5284054" y="5281684"/>
                </a:cubicBezTo>
                <a:cubicBezTo>
                  <a:pt x="5284054" y="5583317"/>
                  <a:pt x="5039532" y="5827839"/>
                  <a:pt x="4737899" y="5827839"/>
                </a:cubicBezTo>
                <a:cubicBezTo>
                  <a:pt x="4436266" y="5827839"/>
                  <a:pt x="4191744" y="5583317"/>
                  <a:pt x="4191744" y="5281684"/>
                </a:cubicBezTo>
                <a:cubicBezTo>
                  <a:pt x="4191744" y="4980051"/>
                  <a:pt x="4436266" y="4735529"/>
                  <a:pt x="4737899" y="4735529"/>
                </a:cubicBezTo>
                <a:close/>
                <a:moveTo>
                  <a:pt x="926278" y="4451445"/>
                </a:moveTo>
                <a:cubicBezTo>
                  <a:pt x="1155542" y="4451445"/>
                  <a:pt x="1341398" y="4637301"/>
                  <a:pt x="1341398" y="4866565"/>
                </a:cubicBezTo>
                <a:cubicBezTo>
                  <a:pt x="1341398" y="5095829"/>
                  <a:pt x="1155542" y="5281685"/>
                  <a:pt x="926278" y="5281685"/>
                </a:cubicBezTo>
                <a:cubicBezTo>
                  <a:pt x="697014" y="5281685"/>
                  <a:pt x="511158" y="5095829"/>
                  <a:pt x="511158" y="4866565"/>
                </a:cubicBezTo>
                <a:cubicBezTo>
                  <a:pt x="511158" y="4637301"/>
                  <a:pt x="697014" y="4451445"/>
                  <a:pt x="926278" y="4451445"/>
                </a:cubicBezTo>
                <a:close/>
                <a:moveTo>
                  <a:pt x="1681949" y="4088725"/>
                </a:moveTo>
                <a:cubicBezTo>
                  <a:pt x="1834038" y="4088725"/>
                  <a:pt x="1957331" y="4212018"/>
                  <a:pt x="1957331" y="4364107"/>
                </a:cubicBezTo>
                <a:cubicBezTo>
                  <a:pt x="1957331" y="4516196"/>
                  <a:pt x="1834038" y="4639489"/>
                  <a:pt x="1681949" y="4639489"/>
                </a:cubicBezTo>
                <a:cubicBezTo>
                  <a:pt x="1529860" y="4639489"/>
                  <a:pt x="1406567" y="4516196"/>
                  <a:pt x="1406567" y="4364107"/>
                </a:cubicBezTo>
                <a:cubicBezTo>
                  <a:pt x="1406567" y="4212018"/>
                  <a:pt x="1529860" y="4088725"/>
                  <a:pt x="1681949" y="4088725"/>
                </a:cubicBezTo>
                <a:close/>
                <a:moveTo>
                  <a:pt x="1693411" y="509182"/>
                </a:moveTo>
                <a:cubicBezTo>
                  <a:pt x="1845500" y="509182"/>
                  <a:pt x="1968793" y="632475"/>
                  <a:pt x="1968793" y="784564"/>
                </a:cubicBezTo>
                <a:cubicBezTo>
                  <a:pt x="1968793" y="936653"/>
                  <a:pt x="1845500" y="1059946"/>
                  <a:pt x="1693411" y="1059946"/>
                </a:cubicBezTo>
                <a:cubicBezTo>
                  <a:pt x="1541322" y="1059946"/>
                  <a:pt x="1418029" y="936653"/>
                  <a:pt x="1418029" y="784564"/>
                </a:cubicBezTo>
                <a:cubicBezTo>
                  <a:pt x="1418029" y="632475"/>
                  <a:pt x="1541322" y="509182"/>
                  <a:pt x="1693411" y="509182"/>
                </a:cubicBezTo>
                <a:close/>
                <a:moveTo>
                  <a:pt x="3016437" y="478512"/>
                </a:moveTo>
                <a:cubicBezTo>
                  <a:pt x="3052905" y="476034"/>
                  <a:pt x="3089701" y="476075"/>
                  <a:pt x="3126794" y="478680"/>
                </a:cubicBezTo>
                <a:cubicBezTo>
                  <a:pt x="3225709" y="485628"/>
                  <a:pt x="3326735" y="510816"/>
                  <a:pt x="3429286" y="555125"/>
                </a:cubicBezTo>
                <a:cubicBezTo>
                  <a:pt x="3588377" y="623860"/>
                  <a:pt x="3726579" y="757508"/>
                  <a:pt x="3852460" y="883435"/>
                </a:cubicBezTo>
                <a:cubicBezTo>
                  <a:pt x="4189958" y="1221166"/>
                  <a:pt x="4581366" y="1207328"/>
                  <a:pt x="4939713" y="1000031"/>
                </a:cubicBezTo>
                <a:cubicBezTo>
                  <a:pt x="5194103" y="852348"/>
                  <a:pt x="5433141" y="675268"/>
                  <a:pt x="5697634" y="549718"/>
                </a:cubicBezTo>
                <a:lnTo>
                  <a:pt x="5783254" y="513561"/>
                </a:lnTo>
                <a:lnTo>
                  <a:pt x="5783254" y="4871711"/>
                </a:lnTo>
                <a:lnTo>
                  <a:pt x="5743328" y="4864473"/>
                </a:lnTo>
                <a:cubicBezTo>
                  <a:pt x="5605918" y="4834320"/>
                  <a:pt x="5469797" y="4789559"/>
                  <a:pt x="5333250" y="4737862"/>
                </a:cubicBezTo>
                <a:cubicBezTo>
                  <a:pt x="5018374" y="4618749"/>
                  <a:pt x="4676802" y="4500296"/>
                  <a:pt x="4354677" y="4623045"/>
                </a:cubicBezTo>
                <a:cubicBezTo>
                  <a:pt x="4093969" y="4722577"/>
                  <a:pt x="3874992" y="4932580"/>
                  <a:pt x="3639124" y="5095915"/>
                </a:cubicBezTo>
                <a:cubicBezTo>
                  <a:pt x="3490411" y="5199039"/>
                  <a:pt x="3351637" y="5318395"/>
                  <a:pt x="3196098" y="5409413"/>
                </a:cubicBezTo>
                <a:cubicBezTo>
                  <a:pt x="2798576" y="5642084"/>
                  <a:pt x="2315054" y="5309217"/>
                  <a:pt x="2216541" y="5005202"/>
                </a:cubicBezTo>
                <a:cubicBezTo>
                  <a:pt x="2172959" y="4870183"/>
                  <a:pt x="2182102" y="4711777"/>
                  <a:pt x="2195718" y="4566594"/>
                </a:cubicBezTo>
                <a:cubicBezTo>
                  <a:pt x="2235161" y="4141667"/>
                  <a:pt x="1842961" y="3903370"/>
                  <a:pt x="1509426" y="3909896"/>
                </a:cubicBezTo>
                <a:cubicBezTo>
                  <a:pt x="539234" y="3931048"/>
                  <a:pt x="29168" y="3302144"/>
                  <a:pt x="354" y="2455296"/>
                </a:cubicBezTo>
                <a:cubicBezTo>
                  <a:pt x="-4549" y="2310187"/>
                  <a:pt x="42804" y="2163767"/>
                  <a:pt x="65932" y="2017226"/>
                </a:cubicBezTo>
                <a:cubicBezTo>
                  <a:pt x="138904" y="1706535"/>
                  <a:pt x="262471" y="1430265"/>
                  <a:pt x="548743" y="1259879"/>
                </a:cubicBezTo>
                <a:cubicBezTo>
                  <a:pt x="731311" y="1151231"/>
                  <a:pt x="929316" y="1141485"/>
                  <a:pt x="1139870" y="1171590"/>
                </a:cubicBezTo>
                <a:cubicBezTo>
                  <a:pt x="1368879" y="1204173"/>
                  <a:pt x="1602397" y="1224911"/>
                  <a:pt x="1832320" y="1214571"/>
                </a:cubicBezTo>
                <a:cubicBezTo>
                  <a:pt x="2045424" y="1204861"/>
                  <a:pt x="2179434" y="1036538"/>
                  <a:pt x="2309408" y="884812"/>
                </a:cubicBezTo>
                <a:cubicBezTo>
                  <a:pt x="2521947" y="636609"/>
                  <a:pt x="2761159" y="495859"/>
                  <a:pt x="3016437" y="478512"/>
                </a:cubicBezTo>
                <a:close/>
                <a:moveTo>
                  <a:pt x="4470143" y="0"/>
                </a:moveTo>
                <a:cubicBezTo>
                  <a:pt x="4685857" y="0"/>
                  <a:pt x="4860728" y="174871"/>
                  <a:pt x="4860728" y="390585"/>
                </a:cubicBezTo>
                <a:cubicBezTo>
                  <a:pt x="4860728" y="606299"/>
                  <a:pt x="4685857" y="781170"/>
                  <a:pt x="4470143" y="781170"/>
                </a:cubicBezTo>
                <a:cubicBezTo>
                  <a:pt x="4254429" y="781170"/>
                  <a:pt x="4079558" y="606299"/>
                  <a:pt x="4079558" y="390585"/>
                </a:cubicBezTo>
                <a:cubicBezTo>
                  <a:pt x="4079558" y="174871"/>
                  <a:pt x="4254429" y="0"/>
                  <a:pt x="4470143" y="0"/>
                </a:cubicBezTo>
                <a:close/>
              </a:path>
            </a:pathLst>
          </a:custGeom>
        </p:spPr>
      </p:pic>
    </p:spTree>
    <p:extLst>
      <p:ext uri="{BB962C8B-B14F-4D97-AF65-F5344CB8AC3E}">
        <p14:creationId xmlns:p14="http://schemas.microsoft.com/office/powerpoint/2010/main" val="1220656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6C049-B895-3002-1A63-40F0A5E39D18}"/>
              </a:ext>
            </a:extLst>
          </p:cNvPr>
          <p:cNvSpPr>
            <a:spLocks noGrp="1"/>
          </p:cNvSpPr>
          <p:nvPr>
            <p:ph type="title"/>
          </p:nvPr>
        </p:nvSpPr>
        <p:spPr>
          <a:xfrm>
            <a:off x="744071" y="1352410"/>
            <a:ext cx="1783976" cy="753794"/>
          </a:xfrm>
        </p:spPr>
        <p:txBody>
          <a:bodyPr>
            <a:normAutofit fontScale="90000"/>
          </a:bodyPr>
          <a:lstStyle/>
          <a:p>
            <a:r>
              <a:rPr lang="en-IN" dirty="0"/>
              <a:t>Index</a:t>
            </a:r>
          </a:p>
        </p:txBody>
      </p:sp>
      <p:sp>
        <p:nvSpPr>
          <p:cNvPr id="3" name="Content Placeholder 2">
            <a:extLst>
              <a:ext uri="{FF2B5EF4-FFF2-40B4-BE49-F238E27FC236}">
                <a16:creationId xmlns:a16="http://schemas.microsoft.com/office/drawing/2014/main" id="{4DB9D3F3-A972-6757-85CA-1C40F9B09A06}"/>
              </a:ext>
            </a:extLst>
          </p:cNvPr>
          <p:cNvSpPr>
            <a:spLocks noGrp="1"/>
          </p:cNvSpPr>
          <p:nvPr>
            <p:ph idx="1"/>
          </p:nvPr>
        </p:nvSpPr>
        <p:spPr>
          <a:xfrm>
            <a:off x="744071" y="2106204"/>
            <a:ext cx="10972800" cy="4036534"/>
          </a:xfrm>
        </p:spPr>
        <p:txBody>
          <a:bodyPr>
            <a:normAutofit/>
          </a:bodyPr>
          <a:lstStyle/>
          <a:p>
            <a:pPr marL="342900" indent="-342900">
              <a:buFont typeface="Arial" panose="020B0604020202020204" pitchFamily="34" charset="0"/>
              <a:buChar char="•"/>
            </a:pPr>
            <a:r>
              <a:rPr lang="en-US" sz="2400" dirty="0"/>
              <a:t>Abstract</a:t>
            </a:r>
          </a:p>
          <a:p>
            <a:pPr marL="342900" indent="-342900">
              <a:buFont typeface="Arial" panose="020B0604020202020204" pitchFamily="34" charset="0"/>
              <a:buChar char="•"/>
            </a:pPr>
            <a:r>
              <a:rPr lang="en-US" sz="2400" dirty="0"/>
              <a:t>Introduction</a:t>
            </a:r>
          </a:p>
          <a:p>
            <a:pPr marL="342900" indent="-342900">
              <a:buFont typeface="Arial" panose="020B0604020202020204" pitchFamily="34" charset="0"/>
              <a:buChar char="•"/>
            </a:pPr>
            <a:r>
              <a:rPr lang="en-US" sz="2400" dirty="0"/>
              <a:t>Problem Statement</a:t>
            </a:r>
          </a:p>
          <a:p>
            <a:pPr marL="342900" indent="-342900">
              <a:buFont typeface="Arial" panose="020B0604020202020204" pitchFamily="34" charset="0"/>
              <a:buChar char="•"/>
            </a:pPr>
            <a:r>
              <a:rPr lang="en-US" sz="2400" dirty="0"/>
              <a:t>Aim</a:t>
            </a:r>
          </a:p>
          <a:p>
            <a:pPr marL="342900" indent="-342900">
              <a:buFont typeface="Arial" panose="020B0604020202020204" pitchFamily="34" charset="0"/>
              <a:buChar char="•"/>
            </a:pPr>
            <a:r>
              <a:rPr lang="en-US" sz="2400" dirty="0"/>
              <a:t>Tech Stack</a:t>
            </a:r>
          </a:p>
          <a:p>
            <a:pPr marL="342900" indent="-342900">
              <a:buFont typeface="Arial" panose="020B0604020202020204" pitchFamily="34" charset="0"/>
              <a:buChar char="•"/>
            </a:pPr>
            <a:r>
              <a:rPr lang="en-US" sz="2400" dirty="0"/>
              <a:t>Flowcharts</a:t>
            </a:r>
          </a:p>
          <a:p>
            <a:pPr marL="342900" indent="-342900">
              <a:buFont typeface="Arial" panose="020B0604020202020204" pitchFamily="34" charset="0"/>
              <a:buChar char="•"/>
            </a:pPr>
            <a:r>
              <a:rPr lang="en-US" sz="2400" dirty="0"/>
              <a:t>Conclusion</a:t>
            </a:r>
            <a:endParaRPr lang="en-IN" sz="2400" dirty="0"/>
          </a:p>
        </p:txBody>
      </p:sp>
    </p:spTree>
    <p:extLst>
      <p:ext uri="{BB962C8B-B14F-4D97-AF65-F5344CB8AC3E}">
        <p14:creationId xmlns:p14="http://schemas.microsoft.com/office/powerpoint/2010/main" val="2771715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A46C5F3-4EAC-473B-BD72-1219E833DB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12231725-D083-4E0F-9428-1C2635189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2140699"/>
            <a:ext cx="12192000" cy="4717301"/>
          </a:xfrm>
          <a:custGeom>
            <a:avLst/>
            <a:gdLst>
              <a:gd name="connsiteX0" fmla="*/ 8930642 w 12192000"/>
              <a:gd name="connsiteY0" fmla="*/ 4273734 h 4717301"/>
              <a:gd name="connsiteX1" fmla="*/ 9143134 w 12192000"/>
              <a:gd name="connsiteY1" fmla="*/ 4396362 h 4717301"/>
              <a:gd name="connsiteX2" fmla="*/ 9043549 w 12192000"/>
              <a:gd name="connsiteY2" fmla="*/ 4693978 h 4717301"/>
              <a:gd name="connsiteX3" fmla="*/ 8745984 w 12192000"/>
              <a:gd name="connsiteY3" fmla="*/ 4594249 h 4717301"/>
              <a:gd name="connsiteX4" fmla="*/ 8845568 w 12192000"/>
              <a:gd name="connsiteY4" fmla="*/ 4296634 h 4717301"/>
              <a:gd name="connsiteX5" fmla="*/ 8930642 w 12192000"/>
              <a:gd name="connsiteY5" fmla="*/ 4273734 h 4717301"/>
              <a:gd name="connsiteX6" fmla="*/ 9842642 w 12192000"/>
              <a:gd name="connsiteY6" fmla="*/ 3718743 h 4717301"/>
              <a:gd name="connsiteX7" fmla="*/ 10272210 w 12192000"/>
              <a:gd name="connsiteY7" fmla="*/ 3966645 h 4717301"/>
              <a:gd name="connsiteX8" fmla="*/ 10070896 w 12192000"/>
              <a:gd name="connsiteY8" fmla="*/ 4568292 h 4717301"/>
              <a:gd name="connsiteX9" fmla="*/ 9469346 w 12192000"/>
              <a:gd name="connsiteY9" fmla="*/ 4366686 h 4717301"/>
              <a:gd name="connsiteX10" fmla="*/ 9670660 w 12192000"/>
              <a:gd name="connsiteY10" fmla="*/ 3765038 h 4717301"/>
              <a:gd name="connsiteX11" fmla="*/ 9842642 w 12192000"/>
              <a:gd name="connsiteY11" fmla="*/ 3718743 h 4717301"/>
              <a:gd name="connsiteX12" fmla="*/ 0 w 12192000"/>
              <a:gd name="connsiteY12" fmla="*/ 0 h 4717301"/>
              <a:gd name="connsiteX13" fmla="*/ 12192000 w 12192000"/>
              <a:gd name="connsiteY13" fmla="*/ 0 h 4717301"/>
              <a:gd name="connsiteX14" fmla="*/ 12192000 w 12192000"/>
              <a:gd name="connsiteY14" fmla="*/ 3369891 h 4717301"/>
              <a:gd name="connsiteX15" fmla="*/ 12124015 w 12192000"/>
              <a:gd name="connsiteY15" fmla="*/ 3410713 h 4717301"/>
              <a:gd name="connsiteX16" fmla="*/ 11077457 w 12192000"/>
              <a:gd name="connsiteY16" fmla="*/ 3501725 h 4717301"/>
              <a:gd name="connsiteX17" fmla="*/ 9867246 w 12192000"/>
              <a:gd name="connsiteY17" fmla="*/ 3351592 h 4717301"/>
              <a:gd name="connsiteX18" fmla="*/ 8994802 w 12192000"/>
              <a:gd name="connsiteY18" fmla="*/ 3878378 h 4717301"/>
              <a:gd name="connsiteX19" fmla="*/ 6994655 w 12192000"/>
              <a:gd name="connsiteY19" fmla="*/ 4335637 h 4717301"/>
              <a:gd name="connsiteX20" fmla="*/ 6287534 w 12192000"/>
              <a:gd name="connsiteY20" fmla="*/ 3714199 h 4717301"/>
              <a:gd name="connsiteX21" fmla="*/ 4392596 w 12192000"/>
              <a:gd name="connsiteY21" fmla="*/ 3392344 h 4717301"/>
              <a:gd name="connsiteX22" fmla="*/ 3014500 w 12192000"/>
              <a:gd name="connsiteY22" fmla="*/ 4100222 h 4717301"/>
              <a:gd name="connsiteX23" fmla="*/ 86414 w 12192000"/>
              <a:gd name="connsiteY23" fmla="*/ 3903305 h 4717301"/>
              <a:gd name="connsiteX24" fmla="*/ 0 w 12192000"/>
              <a:gd name="connsiteY24" fmla="*/ 3840566 h 4717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192000" h="4717301">
                <a:moveTo>
                  <a:pt x="8930642" y="4273734"/>
                </a:moveTo>
                <a:cubicBezTo>
                  <a:pt x="9016941" y="4268381"/>
                  <a:pt x="9102130" y="4314070"/>
                  <a:pt x="9143134" y="4396362"/>
                </a:cubicBezTo>
                <a:cubicBezTo>
                  <a:pt x="9197806" y="4506087"/>
                  <a:pt x="9153221" y="4639333"/>
                  <a:pt x="9043549" y="4693978"/>
                </a:cubicBezTo>
                <a:cubicBezTo>
                  <a:pt x="8933879" y="4748622"/>
                  <a:pt x="8800655" y="4703973"/>
                  <a:pt x="8745984" y="4594249"/>
                </a:cubicBezTo>
                <a:cubicBezTo>
                  <a:pt x="8691311" y="4484525"/>
                  <a:pt x="8735897" y="4351279"/>
                  <a:pt x="8845568" y="4296634"/>
                </a:cubicBezTo>
                <a:cubicBezTo>
                  <a:pt x="8872986" y="4282973"/>
                  <a:pt x="8901875" y="4275517"/>
                  <a:pt x="8930642" y="4273734"/>
                </a:cubicBezTo>
                <a:close/>
                <a:moveTo>
                  <a:pt x="9842642" y="3718743"/>
                </a:moveTo>
                <a:cubicBezTo>
                  <a:pt x="10017101" y="3707923"/>
                  <a:pt x="10189318" y="3800286"/>
                  <a:pt x="10272210" y="3966645"/>
                </a:cubicBezTo>
                <a:cubicBezTo>
                  <a:pt x="10382732" y="4188458"/>
                  <a:pt x="10292600" y="4457825"/>
                  <a:pt x="10070896" y="4568292"/>
                </a:cubicBezTo>
                <a:cubicBezTo>
                  <a:pt x="9849191" y="4678760"/>
                  <a:pt x="9579867" y="4588498"/>
                  <a:pt x="9469346" y="4366686"/>
                </a:cubicBezTo>
                <a:cubicBezTo>
                  <a:pt x="9358824" y="4144873"/>
                  <a:pt x="9448956" y="3875506"/>
                  <a:pt x="9670660" y="3765038"/>
                </a:cubicBezTo>
                <a:cubicBezTo>
                  <a:pt x="9726087" y="3737421"/>
                  <a:pt x="9784490" y="3722349"/>
                  <a:pt x="9842642" y="3718743"/>
                </a:cubicBezTo>
                <a:close/>
                <a:moveTo>
                  <a:pt x="0" y="0"/>
                </a:moveTo>
                <a:lnTo>
                  <a:pt x="12192000" y="0"/>
                </a:lnTo>
                <a:lnTo>
                  <a:pt x="12192000" y="3369891"/>
                </a:lnTo>
                <a:lnTo>
                  <a:pt x="12124015" y="3410713"/>
                </a:lnTo>
                <a:cubicBezTo>
                  <a:pt x="11792041" y="3581538"/>
                  <a:pt x="11443617" y="3577252"/>
                  <a:pt x="11077457" y="3501725"/>
                </a:cubicBezTo>
                <a:cubicBezTo>
                  <a:pt x="10679189" y="3419860"/>
                  <a:pt x="10271734" y="3358281"/>
                  <a:pt x="9867246" y="3351592"/>
                </a:cubicBezTo>
                <a:cubicBezTo>
                  <a:pt x="9492336" y="3345611"/>
                  <a:pt x="9239136" y="3626329"/>
                  <a:pt x="8994802" y="3878378"/>
                </a:cubicBezTo>
                <a:cubicBezTo>
                  <a:pt x="8385954" y="4506678"/>
                  <a:pt x="7695268" y="4690742"/>
                  <a:pt x="6994655" y="4335637"/>
                </a:cubicBezTo>
                <a:cubicBezTo>
                  <a:pt x="6722938" y="4197922"/>
                  <a:pt x="6494843" y="3948626"/>
                  <a:pt x="6287534" y="3714199"/>
                </a:cubicBezTo>
                <a:cubicBezTo>
                  <a:pt x="5731733" y="3085491"/>
                  <a:pt x="5043559" y="3067499"/>
                  <a:pt x="4392596" y="3392344"/>
                </a:cubicBezTo>
                <a:cubicBezTo>
                  <a:pt x="3930423" y="3623867"/>
                  <a:pt x="3492022" y="3908604"/>
                  <a:pt x="3014500" y="4100222"/>
                </a:cubicBezTo>
                <a:cubicBezTo>
                  <a:pt x="1977820" y="4518409"/>
                  <a:pt x="973242" y="4499486"/>
                  <a:pt x="86414" y="3903305"/>
                </a:cubicBezTo>
                <a:lnTo>
                  <a:pt x="0" y="384056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AF6016-D426-F423-31A5-3FB06CCD504B}"/>
              </a:ext>
            </a:extLst>
          </p:cNvPr>
          <p:cNvSpPr>
            <a:spLocks noGrp="1"/>
          </p:cNvSpPr>
          <p:nvPr>
            <p:ph type="title"/>
          </p:nvPr>
        </p:nvSpPr>
        <p:spPr>
          <a:xfrm>
            <a:off x="609600" y="1469878"/>
            <a:ext cx="2375647" cy="767045"/>
          </a:xfrm>
        </p:spPr>
        <p:txBody>
          <a:bodyPr>
            <a:normAutofit/>
          </a:bodyPr>
          <a:lstStyle/>
          <a:p>
            <a:r>
              <a:rPr lang="en-US" dirty="0"/>
              <a:t>Abstract</a:t>
            </a:r>
            <a:endParaRPr lang="en-IN" dirty="0"/>
          </a:p>
        </p:txBody>
      </p:sp>
      <p:graphicFrame>
        <p:nvGraphicFramePr>
          <p:cNvPr id="5" name="Content Placeholder 2">
            <a:extLst>
              <a:ext uri="{FF2B5EF4-FFF2-40B4-BE49-F238E27FC236}">
                <a16:creationId xmlns:a16="http://schemas.microsoft.com/office/drawing/2014/main" id="{19511494-7E02-79C1-EAF6-0BFDDFFCC001}"/>
              </a:ext>
            </a:extLst>
          </p:cNvPr>
          <p:cNvGraphicFramePr>
            <a:graphicFrameLocks noGrp="1"/>
          </p:cNvGraphicFramePr>
          <p:nvPr>
            <p:ph idx="1"/>
            <p:extLst>
              <p:ext uri="{D42A27DB-BD31-4B8C-83A1-F6EECF244321}">
                <p14:modId xmlns:p14="http://schemas.microsoft.com/office/powerpoint/2010/main" val="1346061995"/>
              </p:ext>
            </p:extLst>
          </p:nvPr>
        </p:nvGraphicFramePr>
        <p:xfrm>
          <a:off x="609600" y="2923750"/>
          <a:ext cx="10972800" cy="3218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4908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6ADA084-C86B-4F3C-8077-6A8999CC4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 name="Title 1">
            <a:extLst>
              <a:ext uri="{FF2B5EF4-FFF2-40B4-BE49-F238E27FC236}">
                <a16:creationId xmlns:a16="http://schemas.microsoft.com/office/drawing/2014/main" id="{32BBD6C6-0CAE-7905-A2FA-2EDD6FBA7A4A}"/>
              </a:ext>
            </a:extLst>
          </p:cNvPr>
          <p:cNvSpPr>
            <a:spLocks noGrp="1"/>
          </p:cNvSpPr>
          <p:nvPr>
            <p:ph type="title"/>
          </p:nvPr>
        </p:nvSpPr>
        <p:spPr>
          <a:xfrm>
            <a:off x="5748752" y="552782"/>
            <a:ext cx="5919373" cy="1611920"/>
          </a:xfrm>
        </p:spPr>
        <p:txBody>
          <a:bodyPr>
            <a:normAutofit/>
          </a:bodyPr>
          <a:lstStyle/>
          <a:p>
            <a:r>
              <a:rPr lang="en-US" b="1" dirty="0"/>
              <a:t>Introduction</a:t>
            </a:r>
            <a:endParaRPr lang="en-IN" dirty="0"/>
          </a:p>
        </p:txBody>
      </p:sp>
      <p:pic>
        <p:nvPicPr>
          <p:cNvPr id="17" name="Picture 16" descr="White calculator">
            <a:extLst>
              <a:ext uri="{FF2B5EF4-FFF2-40B4-BE49-F238E27FC236}">
                <a16:creationId xmlns:a16="http://schemas.microsoft.com/office/drawing/2014/main" id="{DDF4897A-23BC-6604-1B3D-B484C93F79BB}"/>
              </a:ext>
            </a:extLst>
          </p:cNvPr>
          <p:cNvPicPr>
            <a:picLocks noChangeAspect="1"/>
          </p:cNvPicPr>
          <p:nvPr/>
        </p:nvPicPr>
        <p:blipFill>
          <a:blip r:embed="rId2"/>
          <a:srcRect l="3492" r="40924" b="-1"/>
          <a:stretch>
            <a:fillRect/>
          </a:stretch>
        </p:blipFill>
        <p:spPr>
          <a:xfrm>
            <a:off x="20" y="10"/>
            <a:ext cx="5710632" cy="6857990"/>
          </a:xfrm>
          <a:custGeom>
            <a:avLst/>
            <a:gdLst/>
            <a:ahLst/>
            <a:cxnLst/>
            <a:rect l="l" t="t" r="r" b="b"/>
            <a:pathLst>
              <a:path w="5710652" h="6858000">
                <a:moveTo>
                  <a:pt x="4831301" y="0"/>
                </a:moveTo>
                <a:lnTo>
                  <a:pt x="5696109" y="0"/>
                </a:lnTo>
                <a:lnTo>
                  <a:pt x="5706418" y="42969"/>
                </a:lnTo>
                <a:cubicBezTo>
                  <a:pt x="5714414" y="100391"/>
                  <a:pt x="5711283" y="160329"/>
                  <a:pt x="5695333" y="219852"/>
                </a:cubicBezTo>
                <a:cubicBezTo>
                  <a:pt x="5631536" y="457945"/>
                  <a:pt x="5386806" y="599240"/>
                  <a:pt x="5148712" y="535443"/>
                </a:cubicBezTo>
                <a:cubicBezTo>
                  <a:pt x="4940381" y="479621"/>
                  <a:pt x="4806160" y="285271"/>
                  <a:pt x="4818599" y="78052"/>
                </a:cubicBezTo>
                <a:close/>
                <a:moveTo>
                  <a:pt x="0" y="0"/>
                </a:moveTo>
                <a:lnTo>
                  <a:pt x="545808" y="0"/>
                </a:lnTo>
                <a:lnTo>
                  <a:pt x="4212872" y="0"/>
                </a:lnTo>
                <a:lnTo>
                  <a:pt x="4204748" y="184996"/>
                </a:lnTo>
                <a:cubicBezTo>
                  <a:pt x="4203390" y="263520"/>
                  <a:pt x="4204263" y="341910"/>
                  <a:pt x="4207775" y="419995"/>
                </a:cubicBezTo>
                <a:cubicBezTo>
                  <a:pt x="4220964" y="709488"/>
                  <a:pt x="4449625" y="891535"/>
                  <a:pt x="4655737" y="1068099"/>
                </a:cubicBezTo>
                <a:cubicBezTo>
                  <a:pt x="5169527" y="1508061"/>
                  <a:pt x="5344373" y="2032158"/>
                  <a:pt x="5103604" y="2589405"/>
                </a:cubicBezTo>
                <a:cubicBezTo>
                  <a:pt x="5010230" y="2805523"/>
                  <a:pt x="4828675" y="2993264"/>
                  <a:pt x="4657611" y="3164269"/>
                </a:cubicBezTo>
                <a:cubicBezTo>
                  <a:pt x="4198817" y="3622744"/>
                  <a:pt x="4217616" y="4154456"/>
                  <a:pt x="4499219" y="4641255"/>
                </a:cubicBezTo>
                <a:cubicBezTo>
                  <a:pt x="4699839" y="4986832"/>
                  <a:pt x="4940395" y="5311556"/>
                  <a:pt x="5110950" y="5670858"/>
                </a:cubicBezTo>
                <a:cubicBezTo>
                  <a:pt x="5277001" y="6019042"/>
                  <a:pt x="5375520" y="6366409"/>
                  <a:pt x="5396522" y="6707670"/>
                </a:cubicBezTo>
                <a:lnTo>
                  <a:pt x="5398895" y="6858000"/>
                </a:lnTo>
                <a:lnTo>
                  <a:pt x="0" y="6858000"/>
                </a:lnTo>
                <a:close/>
              </a:path>
            </a:pathLst>
          </a:custGeom>
        </p:spPr>
      </p:pic>
      <p:sp>
        <p:nvSpPr>
          <p:cNvPr id="18" name="Content Placeholder 2">
            <a:extLst>
              <a:ext uri="{FF2B5EF4-FFF2-40B4-BE49-F238E27FC236}">
                <a16:creationId xmlns:a16="http://schemas.microsoft.com/office/drawing/2014/main" id="{31A10675-04DE-4EAA-D4F1-43605554310F}"/>
              </a:ext>
            </a:extLst>
          </p:cNvPr>
          <p:cNvSpPr>
            <a:spLocks noGrp="1"/>
          </p:cNvSpPr>
          <p:nvPr>
            <p:ph idx="1"/>
          </p:nvPr>
        </p:nvSpPr>
        <p:spPr>
          <a:xfrm>
            <a:off x="5745082" y="2391994"/>
            <a:ext cx="6142117" cy="3497817"/>
          </a:xfrm>
        </p:spPr>
        <p:txBody>
          <a:bodyPr anchor="t">
            <a:normAutofit/>
          </a:bodyPr>
          <a:lstStyle/>
          <a:p>
            <a:pPr>
              <a:lnSpc>
                <a:spcPct val="100000"/>
              </a:lnSpc>
            </a:pPr>
            <a:r>
              <a:rPr lang="en-US" sz="1600" dirty="0"/>
              <a:t>The management of one’s finances is a crucial aspect in life, particularly among young people. Unfortunately, the dependents may not have any systematic approach for tracking their spending, whereas the parents may not be able to determine how the money they allocate has been spent.</a:t>
            </a:r>
            <a:endParaRPr lang="en-IN" sz="1600" dirty="0"/>
          </a:p>
          <a:p>
            <a:pPr>
              <a:lnSpc>
                <a:spcPct val="100000"/>
              </a:lnSpc>
            </a:pPr>
            <a:r>
              <a:rPr lang="en-US" sz="1600" dirty="0"/>
              <a:t>Here, a web application comes in handy, whereby the user will get a platform that makes the process easy by allowing parents to budget and monitor expenses, and at the same time teaching dependents the right way to handle their finances.</a:t>
            </a:r>
            <a:endParaRPr lang="en-IN" sz="1600" dirty="0"/>
          </a:p>
          <a:p>
            <a:pPr>
              <a:lnSpc>
                <a:spcPct val="100000"/>
              </a:lnSpc>
            </a:pPr>
            <a:r>
              <a:rPr lang="en-US" sz="1600" dirty="0"/>
              <a:t> </a:t>
            </a:r>
            <a:endParaRPr lang="en-IN" sz="1600" dirty="0"/>
          </a:p>
          <a:p>
            <a:pPr>
              <a:lnSpc>
                <a:spcPct val="100000"/>
              </a:lnSpc>
            </a:pPr>
            <a:endParaRPr lang="en-IN" sz="1600" dirty="0"/>
          </a:p>
        </p:txBody>
      </p:sp>
    </p:spTree>
    <p:extLst>
      <p:ext uri="{BB962C8B-B14F-4D97-AF65-F5344CB8AC3E}">
        <p14:creationId xmlns:p14="http://schemas.microsoft.com/office/powerpoint/2010/main" val="1457042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94CCE7A-BF63-4F34-A790-506292F49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066AA63-76B1-4DA5-BDFB-DB2FD4E001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44776" y="211090"/>
            <a:ext cx="5544176" cy="6646910"/>
          </a:xfrm>
          <a:custGeom>
            <a:avLst/>
            <a:gdLst>
              <a:gd name="connsiteX0" fmla="*/ 4779974 w 5544176"/>
              <a:gd name="connsiteY0" fmla="*/ 685250 h 6646910"/>
              <a:gd name="connsiteX1" fmla="*/ 5309474 w 5544176"/>
              <a:gd name="connsiteY1" fmla="*/ 1126951 h 6646910"/>
              <a:gd name="connsiteX2" fmla="*/ 5001910 w 5544176"/>
              <a:gd name="connsiteY2" fmla="*/ 1690856 h 6646910"/>
              <a:gd name="connsiteX3" fmla="*/ 4306656 w 5544176"/>
              <a:gd name="connsiteY3" fmla="*/ 1273177 h 6646910"/>
              <a:gd name="connsiteX4" fmla="*/ 4621504 w 5544176"/>
              <a:gd name="connsiteY4" fmla="*/ 721515 h 6646910"/>
              <a:gd name="connsiteX5" fmla="*/ 4779974 w 5544176"/>
              <a:gd name="connsiteY5" fmla="*/ 685250 h 6646910"/>
              <a:gd name="connsiteX6" fmla="*/ 2760003 w 5544176"/>
              <a:gd name="connsiteY6" fmla="*/ 352577 h 6646910"/>
              <a:gd name="connsiteX7" fmla="*/ 2990385 w 5544176"/>
              <a:gd name="connsiteY7" fmla="*/ 544679 h 6646910"/>
              <a:gd name="connsiteX8" fmla="*/ 2856557 w 5544176"/>
              <a:gd name="connsiteY8" fmla="*/ 790095 h 6646910"/>
              <a:gd name="connsiteX9" fmla="*/ 2554030 w 5544176"/>
              <a:gd name="connsiteY9" fmla="*/ 608299 h 6646910"/>
              <a:gd name="connsiteX10" fmla="*/ 2691113 w 5544176"/>
              <a:gd name="connsiteY10" fmla="*/ 368075 h 6646910"/>
              <a:gd name="connsiteX11" fmla="*/ 2760003 w 5544176"/>
              <a:gd name="connsiteY11" fmla="*/ 352577 h 6646910"/>
              <a:gd name="connsiteX12" fmla="*/ 3630 w 5544176"/>
              <a:gd name="connsiteY12" fmla="*/ 28121 h 6646910"/>
              <a:gd name="connsiteX13" fmla="*/ 151871 w 5544176"/>
              <a:gd name="connsiteY13" fmla="*/ 38891 h 6646910"/>
              <a:gd name="connsiteX14" fmla="*/ 1031555 w 5544176"/>
              <a:gd name="connsiteY14" fmla="*/ 832871 h 6646910"/>
              <a:gd name="connsiteX15" fmla="*/ 1096338 w 5544176"/>
              <a:gd name="connsiteY15" fmla="*/ 964607 h 6646910"/>
              <a:gd name="connsiteX16" fmla="*/ 1409481 w 5544176"/>
              <a:gd name="connsiteY16" fmla="*/ 1265738 h 6646910"/>
              <a:gd name="connsiteX17" fmla="*/ 2318612 w 5544176"/>
              <a:gd name="connsiteY17" fmla="*/ 859062 h 6646910"/>
              <a:gd name="connsiteX18" fmla="*/ 2675615 w 5544176"/>
              <a:gd name="connsiteY18" fmla="*/ 1267985 h 6646910"/>
              <a:gd name="connsiteX19" fmla="*/ 2952957 w 5544176"/>
              <a:gd name="connsiteY19" fmla="*/ 1297896 h 6646910"/>
              <a:gd name="connsiteX20" fmla="*/ 3058268 w 5544176"/>
              <a:gd name="connsiteY20" fmla="*/ 1155778 h 6646910"/>
              <a:gd name="connsiteX21" fmla="*/ 3306706 w 5544176"/>
              <a:gd name="connsiteY21" fmla="*/ 310500 h 6646910"/>
              <a:gd name="connsiteX22" fmla="*/ 3735234 w 5544176"/>
              <a:gd name="connsiteY22" fmla="*/ 107395 h 6646910"/>
              <a:gd name="connsiteX23" fmla="*/ 3828224 w 5544176"/>
              <a:gd name="connsiteY23" fmla="*/ 117624 h 6646910"/>
              <a:gd name="connsiteX24" fmla="*/ 4231180 w 5544176"/>
              <a:gd name="connsiteY24" fmla="*/ 592260 h 6646910"/>
              <a:gd name="connsiteX25" fmla="*/ 3873092 w 5544176"/>
              <a:gd name="connsiteY25" fmla="*/ 1299370 h 6646910"/>
              <a:gd name="connsiteX26" fmla="*/ 4050935 w 5544176"/>
              <a:gd name="connsiteY26" fmla="*/ 1948439 h 6646910"/>
              <a:gd name="connsiteX27" fmla="*/ 5211525 w 5544176"/>
              <a:gd name="connsiteY27" fmla="*/ 2027402 h 6646910"/>
              <a:gd name="connsiteX28" fmla="*/ 5541097 w 5544176"/>
              <a:gd name="connsiteY28" fmla="*/ 2700958 h 6646910"/>
              <a:gd name="connsiteX29" fmla="*/ 5094823 w 5544176"/>
              <a:gd name="connsiteY29" fmla="*/ 3471378 h 6646910"/>
              <a:gd name="connsiteX30" fmla="*/ 5505528 w 5544176"/>
              <a:gd name="connsiteY30" fmla="*/ 4272564 h 6646910"/>
              <a:gd name="connsiteX31" fmla="*/ 5281423 w 5544176"/>
              <a:gd name="connsiteY31" fmla="*/ 4965183 h 6646910"/>
              <a:gd name="connsiteX32" fmla="*/ 4675749 w 5544176"/>
              <a:gd name="connsiteY32" fmla="*/ 5385343 h 6646910"/>
              <a:gd name="connsiteX33" fmla="*/ 4508838 w 5544176"/>
              <a:gd name="connsiteY33" fmla="*/ 6598516 h 6646910"/>
              <a:gd name="connsiteX34" fmla="*/ 4472787 w 5544176"/>
              <a:gd name="connsiteY34" fmla="*/ 6646910 h 6646910"/>
              <a:gd name="connsiteX35" fmla="*/ 3367517 w 5544176"/>
              <a:gd name="connsiteY35" fmla="*/ 6646910 h 6646910"/>
              <a:gd name="connsiteX36" fmla="*/ 2998981 w 5544176"/>
              <a:gd name="connsiteY36" fmla="*/ 6646910 h 6646910"/>
              <a:gd name="connsiteX37" fmla="*/ 2648733 w 5544176"/>
              <a:gd name="connsiteY37" fmla="*/ 6646910 h 6646910"/>
              <a:gd name="connsiteX38" fmla="*/ 0 w 5544176"/>
              <a:gd name="connsiteY38" fmla="*/ 6646910 h 6646910"/>
              <a:gd name="connsiteX39" fmla="*/ 0 w 5544176"/>
              <a:gd name="connsiteY39" fmla="*/ 28222 h 6646910"/>
              <a:gd name="connsiteX40" fmla="*/ 1509522 w 5544176"/>
              <a:gd name="connsiteY40" fmla="*/ 767 h 6646910"/>
              <a:gd name="connsiteX41" fmla="*/ 1986017 w 5544176"/>
              <a:gd name="connsiteY41" fmla="*/ 398066 h 6646910"/>
              <a:gd name="connsiteX42" fmla="*/ 1709217 w 5544176"/>
              <a:gd name="connsiteY42" fmla="*/ 905558 h 6646910"/>
              <a:gd name="connsiteX43" fmla="*/ 1083551 w 5544176"/>
              <a:gd name="connsiteY43" fmla="*/ 529879 h 6646910"/>
              <a:gd name="connsiteX44" fmla="*/ 1366937 w 5544176"/>
              <a:gd name="connsiteY44" fmla="*/ 33390 h 6646910"/>
              <a:gd name="connsiteX45" fmla="*/ 1509522 w 5544176"/>
              <a:gd name="connsiteY45" fmla="*/ 767 h 664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544176" h="6646910">
                <a:moveTo>
                  <a:pt x="4779974" y="685250"/>
                </a:moveTo>
                <a:cubicBezTo>
                  <a:pt x="5032054" y="670215"/>
                  <a:pt x="5267008" y="852320"/>
                  <a:pt x="5309474" y="1126951"/>
                </a:cubicBezTo>
                <a:cubicBezTo>
                  <a:pt x="5346050" y="1363456"/>
                  <a:pt x="5216949" y="1600813"/>
                  <a:pt x="5001910" y="1690856"/>
                </a:cubicBezTo>
                <a:cubicBezTo>
                  <a:pt x="4692098" y="1820733"/>
                  <a:pt x="4350283" y="1615922"/>
                  <a:pt x="4306656" y="1273177"/>
                </a:cubicBezTo>
                <a:cubicBezTo>
                  <a:pt x="4276590" y="1039231"/>
                  <a:pt x="4408479" y="807918"/>
                  <a:pt x="4621504" y="721515"/>
                </a:cubicBezTo>
                <a:cubicBezTo>
                  <a:pt x="4671997" y="700903"/>
                  <a:pt x="4725528" y="688659"/>
                  <a:pt x="4779974" y="685250"/>
                </a:cubicBezTo>
                <a:close/>
                <a:moveTo>
                  <a:pt x="2760003" y="352577"/>
                </a:moveTo>
                <a:cubicBezTo>
                  <a:pt x="2869653" y="345991"/>
                  <a:pt x="2971942" y="425187"/>
                  <a:pt x="2990385" y="544679"/>
                </a:cubicBezTo>
                <a:cubicBezTo>
                  <a:pt x="3006348" y="647665"/>
                  <a:pt x="2950167" y="750884"/>
                  <a:pt x="2856557" y="790095"/>
                </a:cubicBezTo>
                <a:cubicBezTo>
                  <a:pt x="2721799" y="846585"/>
                  <a:pt x="2573171" y="757470"/>
                  <a:pt x="2554030" y="608299"/>
                </a:cubicBezTo>
                <a:cubicBezTo>
                  <a:pt x="2540934" y="506165"/>
                  <a:pt x="2598123" y="405659"/>
                  <a:pt x="2691113" y="368075"/>
                </a:cubicBezTo>
                <a:cubicBezTo>
                  <a:pt x="2713089" y="359242"/>
                  <a:pt x="2736352" y="353973"/>
                  <a:pt x="2760003" y="352577"/>
                </a:cubicBezTo>
                <a:close/>
                <a:moveTo>
                  <a:pt x="3630" y="28121"/>
                </a:moveTo>
                <a:cubicBezTo>
                  <a:pt x="53278" y="26959"/>
                  <a:pt x="102920" y="30524"/>
                  <a:pt x="151871" y="38891"/>
                </a:cubicBezTo>
                <a:cubicBezTo>
                  <a:pt x="865103" y="112200"/>
                  <a:pt x="964292" y="593344"/>
                  <a:pt x="1031555" y="832871"/>
                </a:cubicBezTo>
                <a:cubicBezTo>
                  <a:pt x="1053330" y="878203"/>
                  <a:pt x="1074563" y="922528"/>
                  <a:pt x="1096338" y="964607"/>
                </a:cubicBezTo>
                <a:cubicBezTo>
                  <a:pt x="1174682" y="1115560"/>
                  <a:pt x="1260852" y="1237377"/>
                  <a:pt x="1409481" y="1265738"/>
                </a:cubicBezTo>
                <a:cubicBezTo>
                  <a:pt x="1767492" y="1334008"/>
                  <a:pt x="1973154" y="762896"/>
                  <a:pt x="2318612" y="859062"/>
                </a:cubicBezTo>
                <a:cubicBezTo>
                  <a:pt x="2496300" y="908501"/>
                  <a:pt x="2583943" y="1098510"/>
                  <a:pt x="2675615" y="1267985"/>
                </a:cubicBezTo>
                <a:cubicBezTo>
                  <a:pt x="2731099" y="1370507"/>
                  <a:pt x="2875466" y="1386005"/>
                  <a:pt x="2952957" y="1297896"/>
                </a:cubicBezTo>
                <a:cubicBezTo>
                  <a:pt x="2992292" y="1253804"/>
                  <a:pt x="3027543" y="1206225"/>
                  <a:pt x="3058268" y="1155778"/>
                </a:cubicBezTo>
                <a:cubicBezTo>
                  <a:pt x="3256027" y="815280"/>
                  <a:pt x="3063848" y="537317"/>
                  <a:pt x="3306706" y="310500"/>
                </a:cubicBezTo>
                <a:cubicBezTo>
                  <a:pt x="3358006" y="262378"/>
                  <a:pt x="3524148" y="107395"/>
                  <a:pt x="3735234" y="107395"/>
                </a:cubicBezTo>
                <a:cubicBezTo>
                  <a:pt x="3766510" y="107395"/>
                  <a:pt x="3797693" y="110804"/>
                  <a:pt x="3828224" y="117624"/>
                </a:cubicBezTo>
                <a:cubicBezTo>
                  <a:pt x="4046595" y="166056"/>
                  <a:pt x="4222967" y="384349"/>
                  <a:pt x="4231180" y="592260"/>
                </a:cubicBezTo>
                <a:cubicBezTo>
                  <a:pt x="4242339" y="872003"/>
                  <a:pt x="3941207" y="932136"/>
                  <a:pt x="3873092" y="1299370"/>
                </a:cubicBezTo>
                <a:cubicBezTo>
                  <a:pt x="3837368" y="1492245"/>
                  <a:pt x="3867280" y="1798492"/>
                  <a:pt x="4050935" y="1948439"/>
                </a:cubicBezTo>
                <a:cubicBezTo>
                  <a:pt x="4358421" y="2199435"/>
                  <a:pt x="4810507" y="1777182"/>
                  <a:pt x="5211525" y="2027402"/>
                </a:cubicBezTo>
                <a:cubicBezTo>
                  <a:pt x="5429122" y="2163013"/>
                  <a:pt x="5566824" y="2456164"/>
                  <a:pt x="5541097" y="2700958"/>
                </a:cubicBezTo>
                <a:cubicBezTo>
                  <a:pt x="5501654" y="3076251"/>
                  <a:pt x="5098698" y="3142194"/>
                  <a:pt x="5094823" y="3471378"/>
                </a:cubicBezTo>
                <a:cubicBezTo>
                  <a:pt x="5091415" y="3745236"/>
                  <a:pt x="5419668" y="3893242"/>
                  <a:pt x="5505528" y="4272564"/>
                </a:cubicBezTo>
                <a:cubicBezTo>
                  <a:pt x="5569691" y="4556184"/>
                  <a:pt x="5439041" y="4752005"/>
                  <a:pt x="5281423" y="4965183"/>
                </a:cubicBezTo>
                <a:cubicBezTo>
                  <a:pt x="5068244" y="5253608"/>
                  <a:pt x="4866301" y="5146281"/>
                  <a:pt x="4675749" y="5385343"/>
                </a:cubicBezTo>
                <a:cubicBezTo>
                  <a:pt x="4370191" y="5769070"/>
                  <a:pt x="4714176" y="6260683"/>
                  <a:pt x="4508838" y="6598516"/>
                </a:cubicBezTo>
                <a:lnTo>
                  <a:pt x="4472787" y="6646910"/>
                </a:lnTo>
                <a:lnTo>
                  <a:pt x="3367517" y="6646910"/>
                </a:lnTo>
                <a:lnTo>
                  <a:pt x="2998981" y="6646910"/>
                </a:lnTo>
                <a:lnTo>
                  <a:pt x="2648733" y="6646910"/>
                </a:lnTo>
                <a:lnTo>
                  <a:pt x="0" y="6646910"/>
                </a:lnTo>
                <a:lnTo>
                  <a:pt x="0" y="28222"/>
                </a:lnTo>
                <a:close/>
                <a:moveTo>
                  <a:pt x="1509522" y="767"/>
                </a:moveTo>
                <a:cubicBezTo>
                  <a:pt x="1736339" y="-12639"/>
                  <a:pt x="1947814" y="150946"/>
                  <a:pt x="1986017" y="398066"/>
                </a:cubicBezTo>
                <a:cubicBezTo>
                  <a:pt x="2019183" y="611090"/>
                  <a:pt x="1902946" y="824502"/>
                  <a:pt x="1709217" y="905558"/>
                </a:cubicBezTo>
                <a:cubicBezTo>
                  <a:pt x="1430403" y="1021795"/>
                  <a:pt x="1123149" y="837830"/>
                  <a:pt x="1083551" y="529879"/>
                </a:cubicBezTo>
                <a:cubicBezTo>
                  <a:pt x="1056506" y="319025"/>
                  <a:pt x="1175223" y="110882"/>
                  <a:pt x="1366937" y="33390"/>
                </a:cubicBezTo>
                <a:cubicBezTo>
                  <a:pt x="1412379" y="14871"/>
                  <a:pt x="1460539" y="3866"/>
                  <a:pt x="1509522" y="76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06E8320-02CE-FE4D-F3BF-B1BF8420CAAA}"/>
              </a:ext>
            </a:extLst>
          </p:cNvPr>
          <p:cNvSpPr>
            <a:spLocks noGrp="1"/>
          </p:cNvSpPr>
          <p:nvPr>
            <p:ph type="title"/>
          </p:nvPr>
        </p:nvSpPr>
        <p:spPr>
          <a:xfrm>
            <a:off x="609600" y="517386"/>
            <a:ext cx="5369169" cy="1570986"/>
          </a:xfrm>
        </p:spPr>
        <p:txBody>
          <a:bodyPr>
            <a:normAutofit/>
          </a:bodyPr>
          <a:lstStyle/>
          <a:p>
            <a:r>
              <a:rPr lang="en-US" b="1" dirty="0"/>
              <a:t>Problem Statement</a:t>
            </a:r>
            <a:endParaRPr lang="en-IN" dirty="0"/>
          </a:p>
        </p:txBody>
      </p:sp>
      <p:sp>
        <p:nvSpPr>
          <p:cNvPr id="19" name="Content Placeholder 2">
            <a:extLst>
              <a:ext uri="{FF2B5EF4-FFF2-40B4-BE49-F238E27FC236}">
                <a16:creationId xmlns:a16="http://schemas.microsoft.com/office/drawing/2014/main" id="{43577013-C1C3-35A8-1F23-05E7D85C3123}"/>
              </a:ext>
            </a:extLst>
          </p:cNvPr>
          <p:cNvSpPr>
            <a:spLocks noGrp="1"/>
          </p:cNvSpPr>
          <p:nvPr>
            <p:ph idx="1"/>
          </p:nvPr>
        </p:nvSpPr>
        <p:spPr>
          <a:xfrm>
            <a:off x="610198" y="2356598"/>
            <a:ext cx="5355276" cy="3636159"/>
          </a:xfrm>
        </p:spPr>
        <p:txBody>
          <a:bodyPr anchor="t">
            <a:normAutofit lnSpcReduction="10000"/>
          </a:bodyPr>
          <a:lstStyle/>
          <a:p>
            <a:pPr>
              <a:lnSpc>
                <a:spcPct val="100000"/>
              </a:lnSpc>
            </a:pPr>
            <a:r>
              <a:rPr lang="en-US" sz="1600" dirty="0"/>
              <a:t>Current techniques of managing allowances have limitations with respect to control and monitoring. It is difficult for parents to monitor and manage the spending of funds, and the dependents frequently exceed their allotted budget.</a:t>
            </a:r>
            <a:endParaRPr lang="en-IN" sz="1600" dirty="0"/>
          </a:p>
          <a:p>
            <a:pPr>
              <a:lnSpc>
                <a:spcPct val="100000"/>
              </a:lnSpc>
            </a:pPr>
            <a:r>
              <a:rPr lang="en-US" sz="1600" dirty="0"/>
              <a:t> </a:t>
            </a:r>
            <a:endParaRPr lang="en-IN" sz="1600" dirty="0"/>
          </a:p>
          <a:p>
            <a:pPr>
              <a:lnSpc>
                <a:spcPct val="100000"/>
              </a:lnSpc>
            </a:pPr>
            <a:r>
              <a:rPr lang="en-US" sz="1600" dirty="0"/>
              <a:t>A solution to this problem is needed:</a:t>
            </a:r>
            <a:endParaRPr lang="en-IN" sz="1600" dirty="0"/>
          </a:p>
          <a:p>
            <a:pPr lvl="0">
              <a:lnSpc>
                <a:spcPct val="100000"/>
              </a:lnSpc>
            </a:pPr>
            <a:r>
              <a:rPr lang="en-US" sz="1600" dirty="0"/>
              <a:t>Ensures immediate tracking of expenses</a:t>
            </a:r>
            <a:endParaRPr lang="en-IN" sz="1600" dirty="0"/>
          </a:p>
          <a:p>
            <a:pPr lvl="0">
              <a:lnSpc>
                <a:spcPct val="100000"/>
              </a:lnSpc>
            </a:pPr>
            <a:r>
              <a:rPr lang="en-US" sz="1600" dirty="0"/>
              <a:t>Implement budget constraints</a:t>
            </a:r>
            <a:endParaRPr lang="en-IN" sz="1600" dirty="0"/>
          </a:p>
          <a:p>
            <a:pPr lvl="0">
              <a:lnSpc>
                <a:spcPct val="100000"/>
              </a:lnSpc>
            </a:pPr>
            <a:r>
              <a:rPr lang="en-US" sz="1600" dirty="0"/>
              <a:t>Provides visual representation of spending</a:t>
            </a:r>
            <a:endParaRPr lang="en-IN" sz="1600" dirty="0"/>
          </a:p>
          <a:p>
            <a:pPr lvl="0">
              <a:lnSpc>
                <a:spcPct val="100000"/>
              </a:lnSpc>
            </a:pPr>
            <a:r>
              <a:rPr lang="en-US" sz="1600" dirty="0"/>
              <a:t>Establishes an organized structure between the parent and dependent positions</a:t>
            </a:r>
            <a:endParaRPr lang="en-IN" sz="1600" dirty="0"/>
          </a:p>
          <a:p>
            <a:pPr>
              <a:lnSpc>
                <a:spcPct val="100000"/>
              </a:lnSpc>
            </a:pPr>
            <a:endParaRPr lang="en-IN" sz="1600" dirty="0"/>
          </a:p>
        </p:txBody>
      </p:sp>
      <p:pic>
        <p:nvPicPr>
          <p:cNvPr id="7" name="Graphic 6" descr="Piggy Bank">
            <a:extLst>
              <a:ext uri="{FF2B5EF4-FFF2-40B4-BE49-F238E27FC236}">
                <a16:creationId xmlns:a16="http://schemas.microsoft.com/office/drawing/2014/main" id="{CC835D97-8D0B-10F0-3DA5-5C97389A5BB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943866" y="2175847"/>
            <a:ext cx="3956501" cy="3956501"/>
          </a:xfrm>
          <a:prstGeom prst="rect">
            <a:avLst/>
          </a:prstGeom>
        </p:spPr>
      </p:pic>
    </p:spTree>
    <p:extLst>
      <p:ext uri="{BB962C8B-B14F-4D97-AF65-F5344CB8AC3E}">
        <p14:creationId xmlns:p14="http://schemas.microsoft.com/office/powerpoint/2010/main" val="1521031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3"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6ADA084-C86B-4F3C-8077-6A8999CC4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15" name="Picture 14" descr="Magnifying glass showing decling performance">
            <a:extLst>
              <a:ext uri="{FF2B5EF4-FFF2-40B4-BE49-F238E27FC236}">
                <a16:creationId xmlns:a16="http://schemas.microsoft.com/office/drawing/2014/main" id="{DC23BDB7-4938-523C-9DE2-B7B84E7AAF29}"/>
              </a:ext>
            </a:extLst>
          </p:cNvPr>
          <p:cNvPicPr>
            <a:picLocks noChangeAspect="1"/>
          </p:cNvPicPr>
          <p:nvPr/>
        </p:nvPicPr>
        <p:blipFill>
          <a:blip r:embed="rId2"/>
          <a:srcRect l="6358" r="36921" b="-1"/>
          <a:stretch>
            <a:fillRect/>
          </a:stretch>
        </p:blipFill>
        <p:spPr>
          <a:xfrm>
            <a:off x="-52346" y="10"/>
            <a:ext cx="5827552" cy="6857990"/>
          </a:xfrm>
          <a:custGeom>
            <a:avLst/>
            <a:gdLst/>
            <a:ahLst/>
            <a:cxnLst/>
            <a:rect l="l" t="t" r="r" b="b"/>
            <a:pathLst>
              <a:path w="5827552" h="6858000">
                <a:moveTo>
                  <a:pt x="5436113" y="4232571"/>
                </a:moveTo>
                <a:cubicBezTo>
                  <a:pt x="5625722" y="4232571"/>
                  <a:pt x="5779430" y="4386279"/>
                  <a:pt x="5779430" y="4575888"/>
                </a:cubicBezTo>
                <a:cubicBezTo>
                  <a:pt x="5779430" y="4765497"/>
                  <a:pt x="5625722" y="4919205"/>
                  <a:pt x="5436113" y="4919205"/>
                </a:cubicBezTo>
                <a:cubicBezTo>
                  <a:pt x="5246504" y="4919205"/>
                  <a:pt x="5092796" y="4765497"/>
                  <a:pt x="5092796" y="4575888"/>
                </a:cubicBezTo>
                <a:cubicBezTo>
                  <a:pt x="5092796" y="4386279"/>
                  <a:pt x="5246504" y="4232571"/>
                  <a:pt x="5436113" y="4232571"/>
                </a:cubicBezTo>
                <a:close/>
                <a:moveTo>
                  <a:pt x="5580185" y="1806694"/>
                </a:moveTo>
                <a:cubicBezTo>
                  <a:pt x="5699726" y="1806694"/>
                  <a:pt x="5799461" y="1891487"/>
                  <a:pt x="5822527" y="2004209"/>
                </a:cubicBezTo>
                <a:lnTo>
                  <a:pt x="5827552" y="2054052"/>
                </a:lnTo>
                <a:lnTo>
                  <a:pt x="5827552" y="2054073"/>
                </a:lnTo>
                <a:lnTo>
                  <a:pt x="5822527" y="2103916"/>
                </a:lnTo>
                <a:cubicBezTo>
                  <a:pt x="5799461" y="2216637"/>
                  <a:pt x="5699726" y="2301430"/>
                  <a:pt x="5580185" y="2301430"/>
                </a:cubicBezTo>
                <a:cubicBezTo>
                  <a:pt x="5443567" y="2301430"/>
                  <a:pt x="5332817" y="2190680"/>
                  <a:pt x="5332817" y="2054062"/>
                </a:cubicBezTo>
                <a:cubicBezTo>
                  <a:pt x="5332817" y="1917444"/>
                  <a:pt x="5443567" y="1806694"/>
                  <a:pt x="5580185" y="1806694"/>
                </a:cubicBezTo>
                <a:close/>
                <a:moveTo>
                  <a:pt x="5580184" y="1294715"/>
                </a:moveTo>
                <a:cubicBezTo>
                  <a:pt x="5659753" y="1294715"/>
                  <a:pt x="5724256" y="1359218"/>
                  <a:pt x="5724256" y="1438787"/>
                </a:cubicBezTo>
                <a:cubicBezTo>
                  <a:pt x="5724256" y="1518356"/>
                  <a:pt x="5659753" y="1582859"/>
                  <a:pt x="5580184" y="1582859"/>
                </a:cubicBezTo>
                <a:cubicBezTo>
                  <a:pt x="5500615" y="1582859"/>
                  <a:pt x="5436112" y="1518356"/>
                  <a:pt x="5436112" y="1438787"/>
                </a:cubicBezTo>
                <a:cubicBezTo>
                  <a:pt x="5436112" y="1359218"/>
                  <a:pt x="5500615" y="1294715"/>
                  <a:pt x="5580184" y="1294715"/>
                </a:cubicBezTo>
                <a:close/>
                <a:moveTo>
                  <a:pt x="0" y="0"/>
                </a:moveTo>
                <a:lnTo>
                  <a:pt x="5346882" y="0"/>
                </a:lnTo>
                <a:lnTo>
                  <a:pt x="5396357" y="64140"/>
                </a:lnTo>
                <a:cubicBezTo>
                  <a:pt x="5509528" y="228632"/>
                  <a:pt x="5577723" y="424885"/>
                  <a:pt x="5582550" y="646882"/>
                </a:cubicBezTo>
                <a:cubicBezTo>
                  <a:pt x="5608062" y="1102027"/>
                  <a:pt x="5203194" y="1301070"/>
                  <a:pt x="5151872" y="1809180"/>
                </a:cubicBezTo>
                <a:cubicBezTo>
                  <a:pt x="5104686" y="2276432"/>
                  <a:pt x="5496947" y="2514465"/>
                  <a:pt x="5323965" y="3464278"/>
                </a:cubicBezTo>
                <a:cubicBezTo>
                  <a:pt x="5211960" y="4079388"/>
                  <a:pt x="4297510" y="4259025"/>
                  <a:pt x="5513003" y="5720066"/>
                </a:cubicBezTo>
                <a:cubicBezTo>
                  <a:pt x="5768583" y="6027176"/>
                  <a:pt x="5791560" y="6490332"/>
                  <a:pt x="5601722" y="6841105"/>
                </a:cubicBezTo>
                <a:lnTo>
                  <a:pt x="5590822" y="6858000"/>
                </a:lnTo>
                <a:lnTo>
                  <a:pt x="1735" y="6858000"/>
                </a:lnTo>
                <a:lnTo>
                  <a:pt x="0" y="6858000"/>
                </a:lnTo>
                <a:lnTo>
                  <a:pt x="0" y="6849812"/>
                </a:lnTo>
                <a:lnTo>
                  <a:pt x="0" y="6483067"/>
                </a:lnTo>
                <a:lnTo>
                  <a:pt x="0" y="1250146"/>
                </a:lnTo>
                <a:close/>
              </a:path>
            </a:pathLst>
          </a:custGeom>
        </p:spPr>
      </p:pic>
      <p:sp>
        <p:nvSpPr>
          <p:cNvPr id="3" name="Content Placeholder 2">
            <a:extLst>
              <a:ext uri="{FF2B5EF4-FFF2-40B4-BE49-F238E27FC236}">
                <a16:creationId xmlns:a16="http://schemas.microsoft.com/office/drawing/2014/main" id="{7909ECC4-2372-C149-16DC-2ADC7AB4A841}"/>
              </a:ext>
            </a:extLst>
          </p:cNvPr>
          <p:cNvSpPr>
            <a:spLocks noGrp="1"/>
          </p:cNvSpPr>
          <p:nvPr>
            <p:ph idx="1"/>
          </p:nvPr>
        </p:nvSpPr>
        <p:spPr>
          <a:xfrm>
            <a:off x="5775206" y="1411941"/>
            <a:ext cx="6413746" cy="4800301"/>
          </a:xfrm>
        </p:spPr>
        <p:txBody>
          <a:bodyPr anchor="t">
            <a:normAutofit fontScale="92500" lnSpcReduction="10000"/>
          </a:bodyPr>
          <a:lstStyle/>
          <a:p>
            <a:pPr>
              <a:lnSpc>
                <a:spcPct val="100000"/>
              </a:lnSpc>
            </a:pPr>
            <a:r>
              <a:rPr lang="en-US" sz="2600" b="1" dirty="0"/>
              <a:t>Aim</a:t>
            </a:r>
            <a:endParaRPr lang="en-IN" sz="2600" dirty="0"/>
          </a:p>
          <a:p>
            <a:pPr>
              <a:lnSpc>
                <a:spcPct val="100000"/>
              </a:lnSpc>
            </a:pPr>
            <a:r>
              <a:rPr lang="en-US" sz="1600" dirty="0"/>
              <a:t>Develop a web-based budget management system that will help parents distribute budgets and supervise them as well as give their dependents the opportunity to control and document their spending.</a:t>
            </a:r>
            <a:endParaRPr lang="en-IN" sz="1600" dirty="0"/>
          </a:p>
          <a:p>
            <a:pPr>
              <a:lnSpc>
                <a:spcPct val="100000"/>
              </a:lnSpc>
            </a:pPr>
            <a:r>
              <a:rPr lang="en-US" sz="1600" b="1" dirty="0"/>
              <a:t>a. Objective</a:t>
            </a:r>
            <a:endParaRPr lang="en-IN" sz="1600" dirty="0"/>
          </a:p>
          <a:p>
            <a:pPr marL="285750" lvl="0" indent="-285750">
              <a:lnSpc>
                <a:spcPct val="100000"/>
              </a:lnSpc>
              <a:buFont typeface="Arial" panose="020B0604020202020204" pitchFamily="34" charset="0"/>
              <a:buChar char="•"/>
            </a:pPr>
            <a:r>
              <a:rPr lang="en-US" sz="1600" dirty="0"/>
              <a:t>Dual Login System with Role-Based Dashboard</a:t>
            </a:r>
            <a:endParaRPr lang="en-IN" sz="1600" dirty="0"/>
          </a:p>
          <a:p>
            <a:pPr marL="285750" lvl="0" indent="-285750">
              <a:lnSpc>
                <a:spcPct val="100000"/>
              </a:lnSpc>
              <a:buFont typeface="Arial" panose="020B0604020202020204" pitchFamily="34" charset="0"/>
              <a:buChar char="•"/>
            </a:pPr>
            <a:r>
              <a:rPr lang="en-US" sz="1600" dirty="0"/>
              <a:t>Budget Assignment and Control by Parents</a:t>
            </a:r>
            <a:endParaRPr lang="en-IN" sz="1600" dirty="0"/>
          </a:p>
          <a:p>
            <a:pPr marL="285750" lvl="0" indent="-285750">
              <a:lnSpc>
                <a:spcPct val="100000"/>
              </a:lnSpc>
              <a:buFont typeface="Arial" panose="020B0604020202020204" pitchFamily="34" charset="0"/>
              <a:buChar char="•"/>
            </a:pPr>
            <a:r>
              <a:rPr lang="en-US" sz="1600" dirty="0"/>
              <a:t>Expense Tracking and Classification by Dependents</a:t>
            </a:r>
            <a:endParaRPr lang="en-IN" sz="1600" dirty="0"/>
          </a:p>
          <a:p>
            <a:pPr marL="285750" lvl="0" indent="-285750">
              <a:lnSpc>
                <a:spcPct val="100000"/>
              </a:lnSpc>
              <a:buFont typeface="Arial" panose="020B0604020202020204" pitchFamily="34" charset="0"/>
              <a:buChar char="•"/>
            </a:pPr>
            <a:r>
              <a:rPr lang="en-US" sz="1600" dirty="0"/>
              <a:t>Graphical Representation of Spending</a:t>
            </a:r>
            <a:endParaRPr lang="en-IN" sz="1600" dirty="0"/>
          </a:p>
          <a:p>
            <a:pPr marL="285750" lvl="0" indent="-285750">
              <a:lnSpc>
                <a:spcPct val="100000"/>
              </a:lnSpc>
              <a:buFont typeface="Arial" panose="020B0604020202020204" pitchFamily="34" charset="0"/>
              <a:buChar char="•"/>
            </a:pPr>
            <a:r>
              <a:rPr lang="en-US" sz="1600" dirty="0"/>
              <a:t>Financial Discipline Enforcement Through Budget Limits</a:t>
            </a:r>
            <a:endParaRPr lang="en-IN" sz="1600" dirty="0"/>
          </a:p>
          <a:p>
            <a:pPr>
              <a:lnSpc>
                <a:spcPct val="100000"/>
              </a:lnSpc>
            </a:pPr>
            <a:r>
              <a:rPr lang="en-US" sz="1600" b="1" dirty="0"/>
              <a:t>b. Scope</a:t>
            </a:r>
            <a:endParaRPr lang="en-IN" sz="1600" dirty="0"/>
          </a:p>
          <a:p>
            <a:pPr>
              <a:lnSpc>
                <a:spcPct val="100000"/>
              </a:lnSpc>
            </a:pPr>
            <a:r>
              <a:rPr lang="en-US" sz="1600" dirty="0"/>
              <a:t>This software solution aims to assist families in managing their finances, especially those related to parents and dependents. It might also be applicable to other scenarios such as personal finance applications or even budget management software solutions for students.</a:t>
            </a:r>
            <a:endParaRPr lang="en-IN" sz="1600" dirty="0"/>
          </a:p>
          <a:p>
            <a:pPr>
              <a:lnSpc>
                <a:spcPct val="100000"/>
              </a:lnSpc>
            </a:pPr>
            <a:endParaRPr lang="en-IN" sz="1600" dirty="0"/>
          </a:p>
        </p:txBody>
      </p:sp>
    </p:spTree>
    <p:extLst>
      <p:ext uri="{BB962C8B-B14F-4D97-AF65-F5344CB8AC3E}">
        <p14:creationId xmlns:p14="http://schemas.microsoft.com/office/powerpoint/2010/main" val="2054872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0C3F918-ED2F-42C3-ACDE-1052134866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D7A18E2E-4285-464F-9069-61D155A58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58188" y="0"/>
            <a:ext cx="2933812" cy="2750153"/>
          </a:xfrm>
          <a:custGeom>
            <a:avLst/>
            <a:gdLst>
              <a:gd name="connsiteX0" fmla="*/ 1067830 w 2933812"/>
              <a:gd name="connsiteY0" fmla="*/ 776732 h 2750153"/>
              <a:gd name="connsiteX1" fmla="*/ 1305537 w 2933812"/>
              <a:gd name="connsiteY1" fmla="*/ 842083 h 2750153"/>
              <a:gd name="connsiteX2" fmla="*/ 1421053 w 2933812"/>
              <a:gd name="connsiteY2" fmla="*/ 1397856 h 2750153"/>
              <a:gd name="connsiteX3" fmla="*/ 865267 w 2933812"/>
              <a:gd name="connsiteY3" fmla="*/ 1513301 h 2750153"/>
              <a:gd name="connsiteX4" fmla="*/ 749819 w 2933812"/>
              <a:gd name="connsiteY4" fmla="*/ 957568 h 2750153"/>
              <a:gd name="connsiteX5" fmla="*/ 836727 w 2933812"/>
              <a:gd name="connsiteY5" fmla="*/ 862679 h 2750153"/>
              <a:gd name="connsiteX6" fmla="*/ 1067830 w 2933812"/>
              <a:gd name="connsiteY6" fmla="*/ 776732 h 2750153"/>
              <a:gd name="connsiteX7" fmla="*/ 209205 w 2933812"/>
              <a:gd name="connsiteY7" fmla="*/ 551704 h 2750153"/>
              <a:gd name="connsiteX8" fmla="*/ 328901 w 2933812"/>
              <a:gd name="connsiteY8" fmla="*/ 567267 h 2750153"/>
              <a:gd name="connsiteX9" fmla="*/ 460887 w 2933812"/>
              <a:gd name="connsiteY9" fmla="*/ 878648 h 2750153"/>
              <a:gd name="connsiteX10" fmla="*/ 149506 w 2933812"/>
              <a:gd name="connsiteY10" fmla="*/ 1010633 h 2750153"/>
              <a:gd name="connsiteX11" fmla="*/ 17517 w 2933812"/>
              <a:gd name="connsiteY11" fmla="*/ 699260 h 2750153"/>
              <a:gd name="connsiteX12" fmla="*/ 97142 w 2933812"/>
              <a:gd name="connsiteY12" fmla="*/ 596577 h 2750153"/>
              <a:gd name="connsiteX13" fmla="*/ 209205 w 2933812"/>
              <a:gd name="connsiteY13" fmla="*/ 551704 h 2750153"/>
              <a:gd name="connsiteX14" fmla="*/ 603014 w 2933812"/>
              <a:gd name="connsiteY14" fmla="*/ 0 h 2750153"/>
              <a:gd name="connsiteX15" fmla="*/ 2933812 w 2933812"/>
              <a:gd name="connsiteY15" fmla="*/ 0 h 2750153"/>
              <a:gd name="connsiteX16" fmla="*/ 2933812 w 2933812"/>
              <a:gd name="connsiteY16" fmla="*/ 2748233 h 2750153"/>
              <a:gd name="connsiteX17" fmla="*/ 2877044 w 2933812"/>
              <a:gd name="connsiteY17" fmla="*/ 2704219 h 2750153"/>
              <a:gd name="connsiteX18" fmla="*/ 1987800 w 2933812"/>
              <a:gd name="connsiteY18" fmla="*/ 2707378 h 2750153"/>
              <a:gd name="connsiteX19" fmla="*/ 1571775 w 2933812"/>
              <a:gd name="connsiteY19" fmla="*/ 2085562 h 2750153"/>
              <a:gd name="connsiteX20" fmla="*/ 2085622 w 2933812"/>
              <a:gd name="connsiteY20" fmla="*/ 1038354 h 2750153"/>
              <a:gd name="connsiteX21" fmla="*/ 1614635 w 2933812"/>
              <a:gd name="connsiteY21" fmla="*/ 560521 h 2750153"/>
              <a:gd name="connsiteX22" fmla="*/ 825009 w 2933812"/>
              <a:gd name="connsiteY22" fmla="*/ 518839 h 2750153"/>
              <a:gd name="connsiteX23" fmla="*/ 599925 w 2933812"/>
              <a:gd name="connsiteY23" fmla="*/ 14372 h 2750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33812" h="2750153">
                <a:moveTo>
                  <a:pt x="1067830" y="776732"/>
                </a:moveTo>
                <a:cubicBezTo>
                  <a:pt x="1150031" y="773119"/>
                  <a:pt x="1233332" y="794722"/>
                  <a:pt x="1305537" y="842083"/>
                </a:cubicBezTo>
                <a:cubicBezTo>
                  <a:pt x="1490941" y="963689"/>
                  <a:pt x="1542616" y="1212493"/>
                  <a:pt x="1421053" y="1397856"/>
                </a:cubicBezTo>
                <a:cubicBezTo>
                  <a:pt x="1299424" y="1583173"/>
                  <a:pt x="1050671" y="1634906"/>
                  <a:pt x="865267" y="1513301"/>
                </a:cubicBezTo>
                <a:cubicBezTo>
                  <a:pt x="679936" y="1391729"/>
                  <a:pt x="628260" y="1142925"/>
                  <a:pt x="749819" y="957568"/>
                </a:cubicBezTo>
                <a:cubicBezTo>
                  <a:pt x="773570" y="921529"/>
                  <a:pt x="802922" y="889506"/>
                  <a:pt x="836727" y="862679"/>
                </a:cubicBezTo>
                <a:cubicBezTo>
                  <a:pt x="904529" y="809175"/>
                  <a:pt x="985629" y="780345"/>
                  <a:pt x="1067830" y="776732"/>
                </a:cubicBezTo>
                <a:close/>
                <a:moveTo>
                  <a:pt x="209205" y="551704"/>
                </a:moveTo>
                <a:cubicBezTo>
                  <a:pt x="249147" y="546653"/>
                  <a:pt x="290360" y="551675"/>
                  <a:pt x="328901" y="567267"/>
                </a:cubicBezTo>
                <a:cubicBezTo>
                  <a:pt x="451346" y="616809"/>
                  <a:pt x="510410" y="756201"/>
                  <a:pt x="460887" y="878648"/>
                </a:cubicBezTo>
                <a:cubicBezTo>
                  <a:pt x="411366" y="1001087"/>
                  <a:pt x="271948" y="1060182"/>
                  <a:pt x="149506" y="1010633"/>
                </a:cubicBezTo>
                <a:cubicBezTo>
                  <a:pt x="27060" y="961092"/>
                  <a:pt x="-32003" y="821699"/>
                  <a:pt x="17517" y="699260"/>
                </a:cubicBezTo>
                <a:cubicBezTo>
                  <a:pt x="34058" y="658332"/>
                  <a:pt x="61655" y="622811"/>
                  <a:pt x="97142" y="596577"/>
                </a:cubicBezTo>
                <a:cubicBezTo>
                  <a:pt x="130594" y="571878"/>
                  <a:pt x="169264" y="556754"/>
                  <a:pt x="209205" y="551704"/>
                </a:cubicBezTo>
                <a:close/>
                <a:moveTo>
                  <a:pt x="603014" y="0"/>
                </a:moveTo>
                <a:lnTo>
                  <a:pt x="2933812" y="0"/>
                </a:lnTo>
                <a:lnTo>
                  <a:pt x="2933812" y="2748233"/>
                </a:lnTo>
                <a:lnTo>
                  <a:pt x="2877044" y="2704219"/>
                </a:lnTo>
                <a:cubicBezTo>
                  <a:pt x="2590402" y="2543052"/>
                  <a:pt x="2331640" y="2859871"/>
                  <a:pt x="1987800" y="2707378"/>
                </a:cubicBezTo>
                <a:cubicBezTo>
                  <a:pt x="1763640" y="2607782"/>
                  <a:pt x="1580044" y="2342268"/>
                  <a:pt x="1571775" y="2085562"/>
                </a:cubicBezTo>
                <a:cubicBezTo>
                  <a:pt x="1556983" y="1612648"/>
                  <a:pt x="2147977" y="1430482"/>
                  <a:pt x="2085622" y="1038354"/>
                </a:cubicBezTo>
                <a:cubicBezTo>
                  <a:pt x="2048252" y="804151"/>
                  <a:pt x="1799013" y="625551"/>
                  <a:pt x="1614635" y="560521"/>
                </a:cubicBezTo>
                <a:cubicBezTo>
                  <a:pt x="1263737" y="436354"/>
                  <a:pt x="1061091" y="667936"/>
                  <a:pt x="825009" y="518839"/>
                </a:cubicBezTo>
                <a:cubicBezTo>
                  <a:pt x="671642" y="421917"/>
                  <a:pt x="576178" y="209445"/>
                  <a:pt x="599925" y="1437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68E6E0-4F65-4653-5B28-79EBC6B7D60A}"/>
              </a:ext>
            </a:extLst>
          </p:cNvPr>
          <p:cNvSpPr>
            <a:spLocks noGrp="1"/>
          </p:cNvSpPr>
          <p:nvPr>
            <p:ph type="title"/>
          </p:nvPr>
        </p:nvSpPr>
        <p:spPr>
          <a:xfrm>
            <a:off x="609600" y="557784"/>
            <a:ext cx="10972800" cy="1325563"/>
          </a:xfrm>
        </p:spPr>
        <p:txBody>
          <a:bodyPr>
            <a:normAutofit/>
          </a:bodyPr>
          <a:lstStyle/>
          <a:p>
            <a:pPr marL="0" marR="0" lvl="0" indent="0" defTabSz="914400" rtl="0" eaLnBrk="0" fontAlgn="base" latinLnBrk="0" hangingPunct="0">
              <a:spcBef>
                <a:spcPct val="0"/>
              </a:spcBef>
              <a:spcAft>
                <a:spcPct val="0"/>
              </a:spcAft>
              <a:buClrTx/>
              <a:buSzTx/>
              <a:buFontTx/>
              <a:buNone/>
              <a:tabLst/>
            </a:pPr>
            <a:r>
              <a:rPr kumimoji="0" lang="en-US" altLang="en-US" b="1" i="0" u="none" strike="noStrike" cap="none" normalizeH="0" baseline="0">
                <a:ln>
                  <a:noFill/>
                </a:ln>
                <a:effectLst/>
                <a:latin typeface="Georgia" panose="02040502050405020303" pitchFamily="18" charset="0"/>
                <a:ea typeface="Georgia" panose="02040502050405020303" pitchFamily="18" charset="0"/>
                <a:cs typeface="Georgia" panose="02040502050405020303" pitchFamily="18" charset="0"/>
              </a:rPr>
              <a:t>Technology Stack</a:t>
            </a:r>
            <a:endParaRPr kumimoji="0" lang="en-US" altLang="en-US" b="0" i="0" u="none" strike="noStrike" cap="none" normalizeH="0" baseline="0">
              <a:ln>
                <a:noFill/>
              </a:ln>
              <a:effectLst/>
            </a:endParaRPr>
          </a:p>
          <a:p>
            <a:pPr marL="0" marR="0" lvl="0" indent="0" defTabSz="914400" rtl="0" eaLnBrk="0" fontAlgn="base" latinLnBrk="0" hangingPunct="0">
              <a:spcBef>
                <a:spcPct val="0"/>
              </a:spcBef>
              <a:spcAft>
                <a:spcPct val="0"/>
              </a:spcAft>
              <a:buClrTx/>
              <a:buSzTx/>
              <a:buFontTx/>
              <a:buNone/>
              <a:tabLst/>
            </a:pPr>
            <a:endParaRPr kumimoji="0" lang="en-US" altLang="en-US" b="0" i="0" u="none" strike="noStrike" cap="none" normalizeH="0" baseline="0">
              <a:ln>
                <a:noFill/>
              </a:ln>
              <a:effectLst/>
              <a:latin typeface="Arial" panose="020B0604020202020204" pitchFamily="34" charset="0"/>
            </a:endParaRPr>
          </a:p>
        </p:txBody>
      </p:sp>
      <p:graphicFrame>
        <p:nvGraphicFramePr>
          <p:cNvPr id="4" name="Content Placeholder 3">
            <a:extLst>
              <a:ext uri="{FF2B5EF4-FFF2-40B4-BE49-F238E27FC236}">
                <a16:creationId xmlns:a16="http://schemas.microsoft.com/office/drawing/2014/main" id="{5D3D324F-22EF-4982-C1D2-241134E42241}"/>
              </a:ext>
            </a:extLst>
          </p:cNvPr>
          <p:cNvGraphicFramePr>
            <a:graphicFrameLocks noGrp="1"/>
          </p:cNvGraphicFramePr>
          <p:nvPr>
            <p:ph idx="1"/>
            <p:extLst>
              <p:ext uri="{D42A27DB-BD31-4B8C-83A1-F6EECF244321}">
                <p14:modId xmlns:p14="http://schemas.microsoft.com/office/powerpoint/2010/main" val="3458188610"/>
              </p:ext>
            </p:extLst>
          </p:nvPr>
        </p:nvGraphicFramePr>
        <p:xfrm>
          <a:off x="606551" y="1375076"/>
          <a:ext cx="6783803" cy="5077772"/>
        </p:xfrm>
        <a:graphic>
          <a:graphicData uri="http://schemas.openxmlformats.org/drawingml/2006/table">
            <a:tbl>
              <a:tblPr firstRow="1" firstCol="1" bandRow="1"/>
              <a:tblGrid>
                <a:gridCol w="6783803">
                  <a:extLst>
                    <a:ext uri="{9D8B030D-6E8A-4147-A177-3AD203B41FA5}">
                      <a16:colId xmlns:a16="http://schemas.microsoft.com/office/drawing/2014/main" val="1080461988"/>
                    </a:ext>
                  </a:extLst>
                </a:gridCol>
              </a:tblGrid>
              <a:tr h="673808">
                <a:tc>
                  <a:txBody>
                    <a:bodyPr/>
                    <a:lstStyle/>
                    <a:p>
                      <a:pPr algn="l" fontAlgn="t">
                        <a:lnSpc>
                          <a:spcPct val="150000"/>
                        </a:lnSpc>
                        <a:spcAft>
                          <a:spcPts val="600"/>
                        </a:spcAft>
                        <a:buNone/>
                      </a:pPr>
                      <a:r>
                        <a:rPr lang="en-US" sz="1400" b="1" i="0" u="none" strike="noStrike">
                          <a:effectLst/>
                          <a:latin typeface="Georgia" panose="02040502050405020303" pitchFamily="18" charset="0"/>
                          <a:ea typeface="Aptos" panose="020B0004020202020204" pitchFamily="34" charset="0"/>
                          <a:cs typeface="Times New Roman" panose="02020603050405020304" pitchFamily="18" charset="0"/>
                        </a:rPr>
                        <a:t> </a:t>
                      </a:r>
                      <a:endParaRPr lang="en-IN" sz="2800" b="0" i="0" u="none" strike="noStrike">
                        <a:effectLst/>
                        <a:latin typeface="Arial" panose="020B0604020202020204" pitchFamily="34" charset="0"/>
                      </a:endParaRPr>
                    </a:p>
                    <a:p>
                      <a:pPr algn="l" fontAlgn="t">
                        <a:lnSpc>
                          <a:spcPct val="150000"/>
                        </a:lnSpc>
                        <a:spcAft>
                          <a:spcPts val="600"/>
                        </a:spcAft>
                        <a:buNone/>
                      </a:pPr>
                      <a:r>
                        <a:rPr lang="en-US" sz="1400" b="0" i="0" u="none" strike="noStrike">
                          <a:effectLst/>
                          <a:latin typeface="Georgia" panose="02040502050405020303" pitchFamily="18" charset="0"/>
                          <a:ea typeface="Aptos" panose="020B0004020202020204" pitchFamily="34" charset="0"/>
                          <a:cs typeface="Times New Roman" panose="02020603050405020304" pitchFamily="18" charset="0"/>
                        </a:rPr>
                        <a:t>Frontend:</a:t>
                      </a:r>
                      <a:r>
                        <a:rPr lang="en-US" sz="1400" b="1" i="0" u="none" strike="noStrike">
                          <a:effectLst/>
                          <a:latin typeface="Georgia" panose="02040502050405020303" pitchFamily="18" charset="0"/>
                          <a:ea typeface="Aptos" panose="020B0004020202020204" pitchFamily="34" charset="0"/>
                          <a:cs typeface="Times New Roman" panose="02020603050405020304" pitchFamily="18" charset="0"/>
                        </a:rPr>
                        <a:t> HTML, CSS, JavaScript, React </a:t>
                      </a:r>
                      <a:endParaRPr lang="en-IN" sz="2800" b="0" i="0" u="none" strike="noStrike">
                        <a:effectLst/>
                        <a:latin typeface="Arial" panose="020B0604020202020204" pitchFamily="34" charset="0"/>
                      </a:endParaRPr>
                    </a:p>
                  </a:txBody>
                  <a:tcPr marL="65634" marR="65634" marT="9116"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2834508213"/>
                  </a:ext>
                </a:extLst>
              </a:tr>
              <a:tr h="673808">
                <a:tc>
                  <a:txBody>
                    <a:bodyPr/>
                    <a:lstStyle/>
                    <a:p>
                      <a:pPr algn="l" fontAlgn="t">
                        <a:lnSpc>
                          <a:spcPct val="150000"/>
                        </a:lnSpc>
                        <a:spcAft>
                          <a:spcPts val="600"/>
                        </a:spcAft>
                        <a:buNone/>
                      </a:pPr>
                      <a:r>
                        <a:rPr lang="en-US" sz="1400" b="1" i="0" u="none" strike="noStrike" dirty="0">
                          <a:effectLst/>
                          <a:latin typeface="Georgia" panose="02040502050405020303" pitchFamily="18" charset="0"/>
                          <a:ea typeface="Aptos" panose="020B0004020202020204" pitchFamily="34" charset="0"/>
                          <a:cs typeface="Times New Roman" panose="02020603050405020304" pitchFamily="18" charset="0"/>
                        </a:rPr>
                        <a:t> </a:t>
                      </a:r>
                      <a:endParaRPr lang="en-IN" sz="2800" b="0" i="0" u="none" strike="noStrike" dirty="0">
                        <a:effectLst/>
                        <a:latin typeface="Arial" panose="020B0604020202020204" pitchFamily="34" charset="0"/>
                      </a:endParaRPr>
                    </a:p>
                    <a:p>
                      <a:pPr algn="l" fontAlgn="t">
                        <a:lnSpc>
                          <a:spcPct val="150000"/>
                        </a:lnSpc>
                        <a:spcAft>
                          <a:spcPts val="600"/>
                        </a:spcAft>
                        <a:buNone/>
                      </a:pPr>
                      <a:r>
                        <a:rPr lang="en-US" sz="1400" b="0" i="0" u="none" strike="noStrike" dirty="0">
                          <a:effectLst/>
                          <a:latin typeface="Georgia" panose="02040502050405020303" pitchFamily="18" charset="0"/>
                          <a:ea typeface="Aptos" panose="020B0004020202020204" pitchFamily="34" charset="0"/>
                          <a:cs typeface="Times New Roman" panose="02020603050405020304" pitchFamily="18" charset="0"/>
                        </a:rPr>
                        <a:t>Backend:</a:t>
                      </a:r>
                      <a:r>
                        <a:rPr lang="en-US" sz="1400" b="1" i="0" u="none" strike="noStrike" dirty="0">
                          <a:effectLst/>
                          <a:latin typeface="Georgia" panose="02040502050405020303" pitchFamily="18" charset="0"/>
                          <a:ea typeface="Aptos" panose="020B0004020202020204" pitchFamily="34" charset="0"/>
                          <a:cs typeface="Times New Roman" panose="02020603050405020304" pitchFamily="18" charset="0"/>
                        </a:rPr>
                        <a:t> Node.js with Express.js </a:t>
                      </a:r>
                      <a:endParaRPr lang="en-IN" sz="2800" b="0" i="0" u="none" strike="noStrike" dirty="0">
                        <a:effectLst/>
                        <a:latin typeface="Arial" panose="020B0604020202020204" pitchFamily="34" charset="0"/>
                      </a:endParaRPr>
                    </a:p>
                  </a:txBody>
                  <a:tcPr marL="65634" marR="65634" marT="9116"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3130193388"/>
                  </a:ext>
                </a:extLst>
              </a:tr>
              <a:tr h="673808">
                <a:tc>
                  <a:txBody>
                    <a:bodyPr/>
                    <a:lstStyle/>
                    <a:p>
                      <a:pPr algn="l" fontAlgn="t">
                        <a:lnSpc>
                          <a:spcPct val="150000"/>
                        </a:lnSpc>
                        <a:spcAft>
                          <a:spcPts val="600"/>
                        </a:spcAft>
                        <a:buNone/>
                      </a:pPr>
                      <a:r>
                        <a:rPr lang="en-US" sz="1400" b="1" i="0" u="none" strike="noStrike">
                          <a:effectLst/>
                          <a:latin typeface="Georgia" panose="02040502050405020303" pitchFamily="18" charset="0"/>
                          <a:ea typeface="Aptos" panose="020B0004020202020204" pitchFamily="34" charset="0"/>
                          <a:cs typeface="Times New Roman" panose="02020603050405020304" pitchFamily="18" charset="0"/>
                        </a:rPr>
                        <a:t> </a:t>
                      </a:r>
                      <a:endParaRPr lang="en-IN" sz="2800" b="0" i="0" u="none" strike="noStrike">
                        <a:effectLst/>
                        <a:latin typeface="Arial" panose="020B0604020202020204" pitchFamily="34" charset="0"/>
                      </a:endParaRPr>
                    </a:p>
                    <a:p>
                      <a:pPr algn="l" fontAlgn="t">
                        <a:lnSpc>
                          <a:spcPct val="150000"/>
                        </a:lnSpc>
                        <a:spcAft>
                          <a:spcPts val="600"/>
                        </a:spcAft>
                        <a:buNone/>
                      </a:pPr>
                      <a:r>
                        <a:rPr lang="en-US" sz="1400" b="0" i="0" u="none" strike="noStrike">
                          <a:effectLst/>
                          <a:latin typeface="Georgia" panose="02040502050405020303" pitchFamily="18" charset="0"/>
                          <a:ea typeface="Aptos" panose="020B0004020202020204" pitchFamily="34" charset="0"/>
                          <a:cs typeface="Times New Roman" panose="02020603050405020304" pitchFamily="18" charset="0"/>
                        </a:rPr>
                        <a:t>Database:</a:t>
                      </a:r>
                      <a:r>
                        <a:rPr lang="en-US" sz="1400" b="1" i="0" u="none" strike="noStrike">
                          <a:effectLst/>
                          <a:latin typeface="Georgia" panose="02040502050405020303" pitchFamily="18" charset="0"/>
                          <a:ea typeface="Aptos" panose="020B0004020202020204" pitchFamily="34" charset="0"/>
                          <a:cs typeface="Times New Roman" panose="02020603050405020304" pitchFamily="18" charset="0"/>
                        </a:rPr>
                        <a:t> MongoDB </a:t>
                      </a:r>
                      <a:endParaRPr lang="en-IN" sz="2800" b="0" i="0" u="none" strike="noStrike">
                        <a:effectLst/>
                        <a:latin typeface="Arial" panose="020B0604020202020204" pitchFamily="34" charset="0"/>
                      </a:endParaRPr>
                    </a:p>
                  </a:txBody>
                  <a:tcPr marL="65634" marR="65634" marT="9116"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3524118486"/>
                  </a:ext>
                </a:extLst>
              </a:tr>
              <a:tr h="673808">
                <a:tc>
                  <a:txBody>
                    <a:bodyPr/>
                    <a:lstStyle/>
                    <a:p>
                      <a:pPr algn="l" fontAlgn="t">
                        <a:lnSpc>
                          <a:spcPct val="150000"/>
                        </a:lnSpc>
                        <a:spcAft>
                          <a:spcPts val="600"/>
                        </a:spcAft>
                        <a:buNone/>
                      </a:pPr>
                      <a:r>
                        <a:rPr lang="en-US" sz="1400" b="1" i="0" u="none" strike="noStrike">
                          <a:effectLst/>
                          <a:latin typeface="Georgia" panose="02040502050405020303" pitchFamily="18" charset="0"/>
                          <a:ea typeface="Aptos" panose="020B0004020202020204" pitchFamily="34" charset="0"/>
                          <a:cs typeface="Times New Roman" panose="02020603050405020304" pitchFamily="18" charset="0"/>
                        </a:rPr>
                        <a:t> </a:t>
                      </a:r>
                      <a:endParaRPr lang="en-IN" sz="2800" b="0" i="0" u="none" strike="noStrike">
                        <a:effectLst/>
                        <a:latin typeface="Arial" panose="020B0604020202020204" pitchFamily="34" charset="0"/>
                      </a:endParaRPr>
                    </a:p>
                    <a:p>
                      <a:pPr algn="l" fontAlgn="t">
                        <a:lnSpc>
                          <a:spcPct val="150000"/>
                        </a:lnSpc>
                        <a:spcAft>
                          <a:spcPts val="600"/>
                        </a:spcAft>
                        <a:buNone/>
                      </a:pPr>
                      <a:r>
                        <a:rPr lang="en-US" sz="1400" b="0" i="0" u="none" strike="noStrike">
                          <a:effectLst/>
                          <a:latin typeface="Georgia" panose="02040502050405020303" pitchFamily="18" charset="0"/>
                          <a:ea typeface="Aptos" panose="020B0004020202020204" pitchFamily="34" charset="0"/>
                          <a:cs typeface="Times New Roman" panose="02020603050405020304" pitchFamily="18" charset="0"/>
                        </a:rPr>
                        <a:t>Visualization:</a:t>
                      </a:r>
                      <a:r>
                        <a:rPr lang="en-US" sz="1400" b="1" i="0" u="none" strike="noStrike">
                          <a:effectLst/>
                          <a:latin typeface="Georgia" panose="02040502050405020303" pitchFamily="18" charset="0"/>
                          <a:ea typeface="Aptos" panose="020B0004020202020204" pitchFamily="34" charset="0"/>
                          <a:cs typeface="Times New Roman" panose="02020603050405020304" pitchFamily="18" charset="0"/>
                        </a:rPr>
                        <a:t> Chart.js </a:t>
                      </a:r>
                      <a:endParaRPr lang="en-IN" sz="2800" b="0" i="0" u="none" strike="noStrike">
                        <a:effectLst/>
                        <a:latin typeface="Arial" panose="020B0604020202020204" pitchFamily="34" charset="0"/>
                      </a:endParaRPr>
                    </a:p>
                  </a:txBody>
                  <a:tcPr marL="65634" marR="65634" marT="9116"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4032349582"/>
                  </a:ext>
                </a:extLst>
              </a:tr>
              <a:tr h="673808">
                <a:tc>
                  <a:txBody>
                    <a:bodyPr/>
                    <a:lstStyle/>
                    <a:p>
                      <a:pPr algn="l" fontAlgn="t">
                        <a:lnSpc>
                          <a:spcPct val="150000"/>
                        </a:lnSpc>
                        <a:spcAft>
                          <a:spcPts val="600"/>
                        </a:spcAft>
                        <a:buNone/>
                      </a:pPr>
                      <a:r>
                        <a:rPr lang="en-US" sz="1400" b="1" i="0" u="none" strike="noStrike">
                          <a:effectLst/>
                          <a:latin typeface="Georgia" panose="02040502050405020303" pitchFamily="18" charset="0"/>
                          <a:ea typeface="Aptos" panose="020B0004020202020204" pitchFamily="34" charset="0"/>
                          <a:cs typeface="Times New Roman" panose="02020603050405020304" pitchFamily="18" charset="0"/>
                        </a:rPr>
                        <a:t> </a:t>
                      </a:r>
                      <a:endParaRPr lang="en-IN" sz="2800" b="0" i="0" u="none" strike="noStrike">
                        <a:effectLst/>
                        <a:latin typeface="Arial" panose="020B0604020202020204" pitchFamily="34" charset="0"/>
                      </a:endParaRPr>
                    </a:p>
                    <a:p>
                      <a:pPr algn="l" fontAlgn="t">
                        <a:lnSpc>
                          <a:spcPct val="150000"/>
                        </a:lnSpc>
                        <a:spcAft>
                          <a:spcPts val="600"/>
                        </a:spcAft>
                        <a:buNone/>
                      </a:pPr>
                      <a:r>
                        <a:rPr lang="en-US" sz="1400" b="0" i="0" u="none" strike="noStrike">
                          <a:effectLst/>
                          <a:latin typeface="Georgia" panose="02040502050405020303" pitchFamily="18" charset="0"/>
                          <a:ea typeface="Aptos" panose="020B0004020202020204" pitchFamily="34" charset="0"/>
                          <a:cs typeface="Times New Roman" panose="02020603050405020304" pitchFamily="18" charset="0"/>
                        </a:rPr>
                        <a:t>Development Tools:</a:t>
                      </a:r>
                      <a:r>
                        <a:rPr lang="en-US" sz="1400" b="1" i="0" u="none" strike="noStrike">
                          <a:effectLst/>
                          <a:latin typeface="Georgia" panose="02040502050405020303" pitchFamily="18" charset="0"/>
                          <a:ea typeface="Aptos" panose="020B0004020202020204" pitchFamily="34" charset="0"/>
                          <a:cs typeface="Times New Roman" panose="02020603050405020304" pitchFamily="18" charset="0"/>
                        </a:rPr>
                        <a:t> VS Code, Git </a:t>
                      </a:r>
                      <a:endParaRPr lang="en-IN" sz="2800" b="0" i="0" u="none" strike="noStrike">
                        <a:effectLst/>
                        <a:latin typeface="Arial" panose="020B0604020202020204" pitchFamily="34" charset="0"/>
                      </a:endParaRPr>
                    </a:p>
                  </a:txBody>
                  <a:tcPr marL="65634" marR="65634" marT="9116"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115254161"/>
                  </a:ext>
                </a:extLst>
              </a:tr>
              <a:tr h="673808">
                <a:tc>
                  <a:txBody>
                    <a:bodyPr/>
                    <a:lstStyle/>
                    <a:p>
                      <a:pPr algn="l" fontAlgn="t">
                        <a:lnSpc>
                          <a:spcPct val="150000"/>
                        </a:lnSpc>
                        <a:spcAft>
                          <a:spcPts val="600"/>
                        </a:spcAft>
                        <a:buNone/>
                      </a:pPr>
                      <a:r>
                        <a:rPr lang="en-US" sz="1400" b="1" i="0" u="none" strike="noStrike">
                          <a:effectLst/>
                          <a:latin typeface="Georgia" panose="02040502050405020303" pitchFamily="18" charset="0"/>
                          <a:ea typeface="Aptos" panose="020B0004020202020204" pitchFamily="34" charset="0"/>
                          <a:cs typeface="Times New Roman" panose="02020603050405020304" pitchFamily="18" charset="0"/>
                        </a:rPr>
                        <a:t> </a:t>
                      </a:r>
                      <a:endParaRPr lang="en-IN" sz="2800" b="0" i="0" u="none" strike="noStrike">
                        <a:effectLst/>
                        <a:latin typeface="Arial" panose="020B0604020202020204" pitchFamily="34" charset="0"/>
                      </a:endParaRPr>
                    </a:p>
                    <a:p>
                      <a:pPr algn="l" fontAlgn="t">
                        <a:lnSpc>
                          <a:spcPct val="150000"/>
                        </a:lnSpc>
                        <a:spcAft>
                          <a:spcPts val="600"/>
                        </a:spcAft>
                        <a:buNone/>
                      </a:pPr>
                      <a:r>
                        <a:rPr lang="en-US" sz="1400" b="0" i="0" u="none" strike="noStrike">
                          <a:effectLst/>
                          <a:latin typeface="Georgia" panose="02040502050405020303" pitchFamily="18" charset="0"/>
                          <a:ea typeface="Aptos" panose="020B0004020202020204" pitchFamily="34" charset="0"/>
                          <a:cs typeface="Times New Roman" panose="02020603050405020304" pitchFamily="18" charset="0"/>
                        </a:rPr>
                        <a:t>Frontend:</a:t>
                      </a:r>
                      <a:r>
                        <a:rPr lang="en-US" sz="1400" b="1" i="0" u="none" strike="noStrike">
                          <a:effectLst/>
                          <a:latin typeface="Georgia" panose="02040502050405020303" pitchFamily="18" charset="0"/>
                          <a:ea typeface="Aptos" panose="020B0004020202020204" pitchFamily="34" charset="0"/>
                          <a:cs typeface="Times New Roman" panose="02020603050405020304" pitchFamily="18" charset="0"/>
                        </a:rPr>
                        <a:t> HTML, CSS, JavaScript, React </a:t>
                      </a:r>
                      <a:endParaRPr lang="en-IN" sz="2800" b="0" i="0" u="none" strike="noStrike">
                        <a:effectLst/>
                        <a:latin typeface="Arial" panose="020B0604020202020204" pitchFamily="34" charset="0"/>
                      </a:endParaRPr>
                    </a:p>
                  </a:txBody>
                  <a:tcPr marL="65634" marR="65634" marT="9116"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2680760492"/>
                  </a:ext>
                </a:extLst>
              </a:tr>
              <a:tr h="673808">
                <a:tc>
                  <a:txBody>
                    <a:bodyPr/>
                    <a:lstStyle/>
                    <a:p>
                      <a:pPr algn="l" fontAlgn="t">
                        <a:lnSpc>
                          <a:spcPct val="150000"/>
                        </a:lnSpc>
                        <a:spcAft>
                          <a:spcPts val="600"/>
                        </a:spcAft>
                        <a:buNone/>
                      </a:pPr>
                      <a:r>
                        <a:rPr lang="en-US" sz="1400" b="1" i="0" u="none" strike="noStrike" dirty="0">
                          <a:effectLst/>
                          <a:latin typeface="Georgia" panose="02040502050405020303" pitchFamily="18" charset="0"/>
                          <a:ea typeface="Aptos" panose="020B0004020202020204" pitchFamily="34" charset="0"/>
                          <a:cs typeface="Times New Roman" panose="02020603050405020304" pitchFamily="18" charset="0"/>
                        </a:rPr>
                        <a:t> </a:t>
                      </a:r>
                      <a:endParaRPr lang="en-IN" sz="2800" b="0" i="0" u="none" strike="noStrike" dirty="0">
                        <a:effectLst/>
                        <a:latin typeface="Arial" panose="020B0604020202020204" pitchFamily="34" charset="0"/>
                      </a:endParaRPr>
                    </a:p>
                    <a:p>
                      <a:pPr algn="l" fontAlgn="t">
                        <a:lnSpc>
                          <a:spcPct val="150000"/>
                        </a:lnSpc>
                        <a:spcAft>
                          <a:spcPts val="600"/>
                        </a:spcAft>
                        <a:buNone/>
                      </a:pPr>
                      <a:r>
                        <a:rPr lang="en-US" sz="1400" b="0" i="0" u="none" strike="noStrike" dirty="0">
                          <a:effectLst/>
                          <a:latin typeface="Georgia" panose="02040502050405020303" pitchFamily="18" charset="0"/>
                          <a:ea typeface="Aptos" panose="020B0004020202020204" pitchFamily="34" charset="0"/>
                          <a:cs typeface="Times New Roman" panose="02020603050405020304" pitchFamily="18" charset="0"/>
                        </a:rPr>
                        <a:t>Backend:</a:t>
                      </a:r>
                      <a:r>
                        <a:rPr lang="en-US" sz="1400" b="1" i="0" u="none" strike="noStrike" dirty="0">
                          <a:effectLst/>
                          <a:latin typeface="Georgia" panose="02040502050405020303" pitchFamily="18" charset="0"/>
                          <a:ea typeface="Aptos" panose="020B0004020202020204" pitchFamily="34" charset="0"/>
                          <a:cs typeface="Times New Roman" panose="02020603050405020304" pitchFamily="18" charset="0"/>
                        </a:rPr>
                        <a:t> Node.js with Express.js </a:t>
                      </a:r>
                      <a:endParaRPr lang="en-IN" sz="2800" b="0" i="0" u="none" strike="noStrike" dirty="0">
                        <a:effectLst/>
                        <a:latin typeface="Arial" panose="020B0604020202020204" pitchFamily="34" charset="0"/>
                      </a:endParaRPr>
                    </a:p>
                  </a:txBody>
                  <a:tcPr marL="65634" marR="65634" marT="9116"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2811682278"/>
                  </a:ext>
                </a:extLst>
              </a:tr>
            </a:tbl>
          </a:graphicData>
        </a:graphic>
      </p:graphicFrame>
    </p:spTree>
    <p:extLst>
      <p:ext uri="{BB962C8B-B14F-4D97-AF65-F5344CB8AC3E}">
        <p14:creationId xmlns:p14="http://schemas.microsoft.com/office/powerpoint/2010/main" val="3728695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42E603F-28B7-4831-BF23-65FBAB13D5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4D39700F-2B10-4402-A7DD-06EE22458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32968"/>
            <a:ext cx="9560477" cy="6625032"/>
          </a:xfrm>
          <a:custGeom>
            <a:avLst/>
            <a:gdLst>
              <a:gd name="connsiteX0" fmla="*/ 8831314 w 9263816"/>
              <a:gd name="connsiteY0" fmla="*/ 5943878 h 6858000"/>
              <a:gd name="connsiteX1" fmla="*/ 9179783 w 9263816"/>
              <a:gd name="connsiteY1" fmla="*/ 6086141 h 6858000"/>
              <a:gd name="connsiteX2" fmla="*/ 9260887 w 9263816"/>
              <a:gd name="connsiteY2" fmla="*/ 6279156 h 6858000"/>
              <a:gd name="connsiteX3" fmla="*/ 8925621 w 9263816"/>
              <a:gd name="connsiteY3" fmla="*/ 6708712 h 6858000"/>
              <a:gd name="connsiteX4" fmla="*/ 8496050 w 9263816"/>
              <a:gd name="connsiteY4" fmla="*/ 6373449 h 6858000"/>
              <a:gd name="connsiteX5" fmla="*/ 8831314 w 9263816"/>
              <a:gd name="connsiteY5" fmla="*/ 5943878 h 6858000"/>
              <a:gd name="connsiteX6" fmla="*/ 7397485 w 9263816"/>
              <a:gd name="connsiteY6" fmla="*/ 5931706 h 6858000"/>
              <a:gd name="connsiteX7" fmla="*/ 7917779 w 9263816"/>
              <a:gd name="connsiteY7" fmla="*/ 6191864 h 6858000"/>
              <a:gd name="connsiteX8" fmla="*/ 8013467 w 9263816"/>
              <a:gd name="connsiteY8" fmla="*/ 6375784 h 6858000"/>
              <a:gd name="connsiteX9" fmla="*/ 8021879 w 9263816"/>
              <a:gd name="connsiteY9" fmla="*/ 6753751 h 6858000"/>
              <a:gd name="connsiteX10" fmla="*/ 7981316 w 9263816"/>
              <a:gd name="connsiteY10" fmla="*/ 6858000 h 6858000"/>
              <a:gd name="connsiteX11" fmla="*/ 6819486 w 9263816"/>
              <a:gd name="connsiteY11" fmla="*/ 6858000 h 6858000"/>
              <a:gd name="connsiteX12" fmla="*/ 6785199 w 9263816"/>
              <a:gd name="connsiteY12" fmla="*/ 6781101 h 6858000"/>
              <a:gd name="connsiteX13" fmla="*/ 7196747 w 9263816"/>
              <a:gd name="connsiteY13" fmla="*/ 5964309 h 6858000"/>
              <a:gd name="connsiteX14" fmla="*/ 7397485 w 9263816"/>
              <a:gd name="connsiteY14" fmla="*/ 5931706 h 6858000"/>
              <a:gd name="connsiteX15" fmla="*/ 1505570 w 9263816"/>
              <a:gd name="connsiteY15" fmla="*/ 227178 h 6858000"/>
              <a:gd name="connsiteX16" fmla="*/ 2026489 w 9263816"/>
              <a:gd name="connsiteY16" fmla="*/ 392370 h 6858000"/>
              <a:gd name="connsiteX17" fmla="*/ 2444553 w 9263816"/>
              <a:gd name="connsiteY17" fmla="*/ 1654853 h 6858000"/>
              <a:gd name="connsiteX18" fmla="*/ 3183153 w 9263816"/>
              <a:gd name="connsiteY18" fmla="*/ 2116208 h 6858000"/>
              <a:gd name="connsiteX19" fmla="*/ 4288384 w 9263816"/>
              <a:gd name="connsiteY19" fmla="*/ 1291908 h 6858000"/>
              <a:gd name="connsiteX20" fmla="*/ 5472602 w 9263816"/>
              <a:gd name="connsiteY20" fmla="*/ 1697818 h 6858000"/>
              <a:gd name="connsiteX21" fmla="*/ 5844697 w 9263816"/>
              <a:gd name="connsiteY21" fmla="*/ 3444791 h 6858000"/>
              <a:gd name="connsiteX22" fmla="*/ 6715674 w 9263816"/>
              <a:gd name="connsiteY22" fmla="*/ 4065208 h 6858000"/>
              <a:gd name="connsiteX23" fmla="*/ 8130429 w 9263816"/>
              <a:gd name="connsiteY23" fmla="*/ 4101787 h 6858000"/>
              <a:gd name="connsiteX24" fmla="*/ 8624630 w 9263816"/>
              <a:gd name="connsiteY24" fmla="*/ 4686202 h 6858000"/>
              <a:gd name="connsiteX25" fmla="*/ 8623843 w 9263816"/>
              <a:gd name="connsiteY25" fmla="*/ 4685749 h 6858000"/>
              <a:gd name="connsiteX26" fmla="*/ 8646859 w 9263816"/>
              <a:gd name="connsiteY26" fmla="*/ 4835156 h 6858000"/>
              <a:gd name="connsiteX27" fmla="*/ 8079403 w 9263816"/>
              <a:gd name="connsiteY27" fmla="*/ 5661624 h 6858000"/>
              <a:gd name="connsiteX28" fmla="*/ 6833105 w 9263816"/>
              <a:gd name="connsiteY28" fmla="*/ 5397208 h 6858000"/>
              <a:gd name="connsiteX29" fmla="*/ 5900832 w 9263816"/>
              <a:gd name="connsiteY29" fmla="*/ 5944462 h 6858000"/>
              <a:gd name="connsiteX30" fmla="*/ 6067212 w 9263816"/>
              <a:gd name="connsiteY30" fmla="*/ 6811916 h 6858000"/>
              <a:gd name="connsiteX31" fmla="*/ 6089565 w 9263816"/>
              <a:gd name="connsiteY31" fmla="*/ 6858000 h 6858000"/>
              <a:gd name="connsiteX32" fmla="*/ 0 w 9263816"/>
              <a:gd name="connsiteY32" fmla="*/ 6858000 h 6858000"/>
              <a:gd name="connsiteX33" fmla="*/ 0 w 9263816"/>
              <a:gd name="connsiteY33" fmla="*/ 2181377 h 6858000"/>
              <a:gd name="connsiteX34" fmla="*/ 73069 w 9263816"/>
              <a:gd name="connsiteY34" fmla="*/ 2215839 h 6858000"/>
              <a:gd name="connsiteX35" fmla="*/ 335445 w 9263816"/>
              <a:gd name="connsiteY35" fmla="*/ 2237140 h 6858000"/>
              <a:gd name="connsiteX36" fmla="*/ 752878 w 9263816"/>
              <a:gd name="connsiteY36" fmla="*/ 1445285 h 6858000"/>
              <a:gd name="connsiteX37" fmla="*/ 1202551 w 9263816"/>
              <a:gd name="connsiteY37" fmla="*/ 314229 h 6858000"/>
              <a:gd name="connsiteX38" fmla="*/ 1505570 w 9263816"/>
              <a:gd name="connsiteY38" fmla="*/ 227178 h 6858000"/>
              <a:gd name="connsiteX39" fmla="*/ 3142509 w 9263816"/>
              <a:gd name="connsiteY39" fmla="*/ 68854 h 6858000"/>
              <a:gd name="connsiteX40" fmla="*/ 3490978 w 9263816"/>
              <a:gd name="connsiteY40" fmla="*/ 211117 h 6858000"/>
              <a:gd name="connsiteX41" fmla="*/ 3572083 w 9263816"/>
              <a:gd name="connsiteY41" fmla="*/ 404131 h 6858000"/>
              <a:gd name="connsiteX42" fmla="*/ 3236814 w 9263816"/>
              <a:gd name="connsiteY42" fmla="*/ 833688 h 6858000"/>
              <a:gd name="connsiteX43" fmla="*/ 2807245 w 9263816"/>
              <a:gd name="connsiteY43" fmla="*/ 498425 h 6858000"/>
              <a:gd name="connsiteX44" fmla="*/ 3142509 w 9263816"/>
              <a:gd name="connsiteY44" fmla="*/ 68854 h 6858000"/>
              <a:gd name="connsiteX45" fmla="*/ 0 w 9263816"/>
              <a:gd name="connsiteY45" fmla="*/ 0 h 6858000"/>
              <a:gd name="connsiteX46" fmla="*/ 39858 w 9263816"/>
              <a:gd name="connsiteY46" fmla="*/ 0 h 6858000"/>
              <a:gd name="connsiteX47" fmla="*/ 65022 w 9263816"/>
              <a:gd name="connsiteY47" fmla="*/ 5834 h 6858000"/>
              <a:gd name="connsiteX48" fmla="*/ 389258 w 9263816"/>
              <a:gd name="connsiteY48" fmla="*/ 235630 h 6858000"/>
              <a:gd name="connsiteX49" fmla="*/ 485484 w 9263816"/>
              <a:gd name="connsiteY49" fmla="*/ 420070 h 6858000"/>
              <a:gd name="connsiteX50" fmla="*/ 74229 w 9263816"/>
              <a:gd name="connsiteY50" fmla="*/ 1237955 h 6858000"/>
              <a:gd name="connsiteX51" fmla="*/ 0 w 9263816"/>
              <a:gd name="connsiteY51" fmla="*/ 125447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263816" h="6858000">
                <a:moveTo>
                  <a:pt x="8831314" y="5943878"/>
                </a:moveTo>
                <a:cubicBezTo>
                  <a:pt x="8964281" y="5927490"/>
                  <a:pt x="9096260" y="5981362"/>
                  <a:pt x="9179783" y="6086141"/>
                </a:cubicBezTo>
                <a:cubicBezTo>
                  <a:pt x="9224074" y="6141769"/>
                  <a:pt x="9252211" y="6208560"/>
                  <a:pt x="9260887" y="6279156"/>
                </a:cubicBezTo>
                <a:cubicBezTo>
                  <a:pt x="9286897" y="6490362"/>
                  <a:pt x="9136845" y="6682672"/>
                  <a:pt x="8925621" y="6708712"/>
                </a:cubicBezTo>
                <a:cubicBezTo>
                  <a:pt x="8714398" y="6734766"/>
                  <a:pt x="8522062" y="6584655"/>
                  <a:pt x="8496050" y="6373449"/>
                </a:cubicBezTo>
                <a:cubicBezTo>
                  <a:pt x="8470038" y="6162229"/>
                  <a:pt x="8620090" y="5969920"/>
                  <a:pt x="8831314" y="5943878"/>
                </a:cubicBezTo>
                <a:close/>
                <a:moveTo>
                  <a:pt x="7397485" y="5931706"/>
                </a:moveTo>
                <a:cubicBezTo>
                  <a:pt x="7598431" y="5931157"/>
                  <a:pt x="7792965" y="6024548"/>
                  <a:pt x="7917779" y="6191864"/>
                </a:cubicBezTo>
                <a:cubicBezTo>
                  <a:pt x="7959204" y="6247714"/>
                  <a:pt x="7991530" y="6309792"/>
                  <a:pt x="8013467" y="6375784"/>
                </a:cubicBezTo>
                <a:cubicBezTo>
                  <a:pt x="8055425" y="6502973"/>
                  <a:pt x="8055748" y="6633888"/>
                  <a:pt x="8021879" y="6753751"/>
                </a:cubicBezTo>
                <a:lnTo>
                  <a:pt x="7981316" y="6858000"/>
                </a:lnTo>
                <a:lnTo>
                  <a:pt x="6819486" y="6858000"/>
                </a:lnTo>
                <a:lnTo>
                  <a:pt x="6785199" y="6781101"/>
                </a:lnTo>
                <a:cubicBezTo>
                  <a:pt x="6673307" y="6441922"/>
                  <a:pt x="6857485" y="6076251"/>
                  <a:pt x="7196747" y="5964309"/>
                </a:cubicBezTo>
                <a:cubicBezTo>
                  <a:pt x="7262809" y="5942509"/>
                  <a:pt x="7330503" y="5931889"/>
                  <a:pt x="7397485" y="5931706"/>
                </a:cubicBezTo>
                <a:close/>
                <a:moveTo>
                  <a:pt x="1505570" y="227178"/>
                </a:moveTo>
                <a:cubicBezTo>
                  <a:pt x="1691018" y="218628"/>
                  <a:pt x="1889853" y="275403"/>
                  <a:pt x="2026489" y="392370"/>
                </a:cubicBezTo>
                <a:cubicBezTo>
                  <a:pt x="2369898" y="685965"/>
                  <a:pt x="2078266" y="1147857"/>
                  <a:pt x="2444553" y="1654853"/>
                </a:cubicBezTo>
                <a:cubicBezTo>
                  <a:pt x="2492906" y="1721679"/>
                  <a:pt x="2800482" y="2144546"/>
                  <a:pt x="3183153" y="2116208"/>
                </a:cubicBezTo>
                <a:cubicBezTo>
                  <a:pt x="3673561" y="2080541"/>
                  <a:pt x="3723222" y="1441614"/>
                  <a:pt x="4288384" y="1291908"/>
                </a:cubicBezTo>
                <a:cubicBezTo>
                  <a:pt x="4689065" y="1185875"/>
                  <a:pt x="5207943" y="1366633"/>
                  <a:pt x="5472602" y="1697818"/>
                </a:cubicBezTo>
                <a:cubicBezTo>
                  <a:pt x="5891294" y="2221754"/>
                  <a:pt x="5408012" y="2790179"/>
                  <a:pt x="5844697" y="3444791"/>
                </a:cubicBezTo>
                <a:cubicBezTo>
                  <a:pt x="6149900" y="3902467"/>
                  <a:pt x="6672672" y="4053594"/>
                  <a:pt x="6715674" y="4065208"/>
                </a:cubicBezTo>
                <a:cubicBezTo>
                  <a:pt x="7326423" y="4232519"/>
                  <a:pt x="7677158" y="3817020"/>
                  <a:pt x="8130429" y="4101787"/>
                </a:cubicBezTo>
                <a:cubicBezTo>
                  <a:pt x="8226340" y="4161985"/>
                  <a:pt x="8536372" y="4356819"/>
                  <a:pt x="8624630" y="4686202"/>
                </a:cubicBezTo>
                <a:lnTo>
                  <a:pt x="8623843" y="4685749"/>
                </a:lnTo>
                <a:cubicBezTo>
                  <a:pt x="8636924" y="4734567"/>
                  <a:pt x="8644635" y="4784678"/>
                  <a:pt x="8646859" y="4835156"/>
                </a:cubicBezTo>
                <a:cubicBezTo>
                  <a:pt x="8662596" y="5196604"/>
                  <a:pt x="8398383" y="5562326"/>
                  <a:pt x="8079403" y="5661624"/>
                </a:cubicBezTo>
                <a:cubicBezTo>
                  <a:pt x="7649807" y="5795217"/>
                  <a:pt x="7430996" y="5350293"/>
                  <a:pt x="6833105" y="5397208"/>
                </a:cubicBezTo>
                <a:cubicBezTo>
                  <a:pt x="6519033" y="5421527"/>
                  <a:pt x="6056658" y="5595550"/>
                  <a:pt x="5900832" y="5944462"/>
                </a:cubicBezTo>
                <a:cubicBezTo>
                  <a:pt x="5770548" y="6236600"/>
                  <a:pt x="5916359" y="6515160"/>
                  <a:pt x="6067212" y="6811916"/>
                </a:cubicBezTo>
                <a:lnTo>
                  <a:pt x="6089565" y="6858000"/>
                </a:lnTo>
                <a:lnTo>
                  <a:pt x="0" y="6858000"/>
                </a:lnTo>
                <a:lnTo>
                  <a:pt x="0" y="2181377"/>
                </a:lnTo>
                <a:lnTo>
                  <a:pt x="73069" y="2215839"/>
                </a:lnTo>
                <a:cubicBezTo>
                  <a:pt x="165116" y="2251829"/>
                  <a:pt x="254486" y="2263171"/>
                  <a:pt x="335445" y="2237140"/>
                </a:cubicBezTo>
                <a:cubicBezTo>
                  <a:pt x="594718" y="2153707"/>
                  <a:pt x="688441" y="1733807"/>
                  <a:pt x="752878" y="1445285"/>
                </a:cubicBezTo>
                <a:cubicBezTo>
                  <a:pt x="925059" y="674068"/>
                  <a:pt x="975076" y="456292"/>
                  <a:pt x="1202551" y="314229"/>
                </a:cubicBezTo>
                <a:cubicBezTo>
                  <a:pt x="1287853" y="260956"/>
                  <a:pt x="1394302" y="232308"/>
                  <a:pt x="1505570" y="227178"/>
                </a:cubicBezTo>
                <a:close/>
                <a:moveTo>
                  <a:pt x="3142509" y="68854"/>
                </a:moveTo>
                <a:cubicBezTo>
                  <a:pt x="3275474" y="52467"/>
                  <a:pt x="3407455" y="106339"/>
                  <a:pt x="3490978" y="211117"/>
                </a:cubicBezTo>
                <a:cubicBezTo>
                  <a:pt x="3535271" y="266744"/>
                  <a:pt x="3563404" y="333535"/>
                  <a:pt x="3572083" y="404131"/>
                </a:cubicBezTo>
                <a:cubicBezTo>
                  <a:pt x="3598092" y="615337"/>
                  <a:pt x="3448040" y="807648"/>
                  <a:pt x="3236814" y="833688"/>
                </a:cubicBezTo>
                <a:cubicBezTo>
                  <a:pt x="3025594" y="859741"/>
                  <a:pt x="2833255" y="709631"/>
                  <a:pt x="2807245" y="498425"/>
                </a:cubicBezTo>
                <a:cubicBezTo>
                  <a:pt x="2781232" y="287207"/>
                  <a:pt x="2931283" y="94896"/>
                  <a:pt x="3142509" y="68854"/>
                </a:cubicBezTo>
                <a:close/>
                <a:moveTo>
                  <a:pt x="0" y="0"/>
                </a:moveTo>
                <a:lnTo>
                  <a:pt x="39858" y="0"/>
                </a:lnTo>
                <a:lnTo>
                  <a:pt x="65022" y="5834"/>
                </a:lnTo>
                <a:cubicBezTo>
                  <a:pt x="191545" y="45606"/>
                  <a:pt x="305874" y="124173"/>
                  <a:pt x="389258" y="235630"/>
                </a:cubicBezTo>
                <a:cubicBezTo>
                  <a:pt x="430983" y="291600"/>
                  <a:pt x="463360" y="353876"/>
                  <a:pt x="485484" y="420070"/>
                </a:cubicBezTo>
                <a:cubicBezTo>
                  <a:pt x="597711" y="759508"/>
                  <a:pt x="413661" y="1125662"/>
                  <a:pt x="74229" y="1237955"/>
                </a:cubicBezTo>
                <a:lnTo>
                  <a:pt x="0" y="1254477"/>
                </a:lnTo>
                <a:close/>
              </a:path>
            </a:pathLst>
          </a:cu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3" name="Background Fill">
            <a:extLst>
              <a:ext uri="{FF2B5EF4-FFF2-40B4-BE49-F238E27FC236}">
                <a16:creationId xmlns:a16="http://schemas.microsoft.com/office/drawing/2014/main" id="{6DA65B90-7B06-4499-91BA-CDDD361324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1FFE435-0754-492D-B815-BD114217D3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7EF79062-B5BB-45DF-810C-95A324A9D6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2140699"/>
            <a:ext cx="12192000" cy="4717301"/>
          </a:xfrm>
          <a:custGeom>
            <a:avLst/>
            <a:gdLst>
              <a:gd name="connsiteX0" fmla="*/ 8930642 w 12192000"/>
              <a:gd name="connsiteY0" fmla="*/ 4273734 h 4717301"/>
              <a:gd name="connsiteX1" fmla="*/ 9143134 w 12192000"/>
              <a:gd name="connsiteY1" fmla="*/ 4396362 h 4717301"/>
              <a:gd name="connsiteX2" fmla="*/ 9043549 w 12192000"/>
              <a:gd name="connsiteY2" fmla="*/ 4693978 h 4717301"/>
              <a:gd name="connsiteX3" fmla="*/ 8745984 w 12192000"/>
              <a:gd name="connsiteY3" fmla="*/ 4594249 h 4717301"/>
              <a:gd name="connsiteX4" fmla="*/ 8845568 w 12192000"/>
              <a:gd name="connsiteY4" fmla="*/ 4296634 h 4717301"/>
              <a:gd name="connsiteX5" fmla="*/ 8930642 w 12192000"/>
              <a:gd name="connsiteY5" fmla="*/ 4273734 h 4717301"/>
              <a:gd name="connsiteX6" fmla="*/ 9842642 w 12192000"/>
              <a:gd name="connsiteY6" fmla="*/ 3718743 h 4717301"/>
              <a:gd name="connsiteX7" fmla="*/ 10272210 w 12192000"/>
              <a:gd name="connsiteY7" fmla="*/ 3966645 h 4717301"/>
              <a:gd name="connsiteX8" fmla="*/ 10070896 w 12192000"/>
              <a:gd name="connsiteY8" fmla="*/ 4568292 h 4717301"/>
              <a:gd name="connsiteX9" fmla="*/ 9469346 w 12192000"/>
              <a:gd name="connsiteY9" fmla="*/ 4366686 h 4717301"/>
              <a:gd name="connsiteX10" fmla="*/ 9670660 w 12192000"/>
              <a:gd name="connsiteY10" fmla="*/ 3765038 h 4717301"/>
              <a:gd name="connsiteX11" fmla="*/ 9842642 w 12192000"/>
              <a:gd name="connsiteY11" fmla="*/ 3718743 h 4717301"/>
              <a:gd name="connsiteX12" fmla="*/ 0 w 12192000"/>
              <a:gd name="connsiteY12" fmla="*/ 0 h 4717301"/>
              <a:gd name="connsiteX13" fmla="*/ 12192000 w 12192000"/>
              <a:gd name="connsiteY13" fmla="*/ 0 h 4717301"/>
              <a:gd name="connsiteX14" fmla="*/ 12192000 w 12192000"/>
              <a:gd name="connsiteY14" fmla="*/ 3369891 h 4717301"/>
              <a:gd name="connsiteX15" fmla="*/ 12124015 w 12192000"/>
              <a:gd name="connsiteY15" fmla="*/ 3410713 h 4717301"/>
              <a:gd name="connsiteX16" fmla="*/ 11077457 w 12192000"/>
              <a:gd name="connsiteY16" fmla="*/ 3501725 h 4717301"/>
              <a:gd name="connsiteX17" fmla="*/ 9867246 w 12192000"/>
              <a:gd name="connsiteY17" fmla="*/ 3351592 h 4717301"/>
              <a:gd name="connsiteX18" fmla="*/ 8994802 w 12192000"/>
              <a:gd name="connsiteY18" fmla="*/ 3878378 h 4717301"/>
              <a:gd name="connsiteX19" fmla="*/ 6994655 w 12192000"/>
              <a:gd name="connsiteY19" fmla="*/ 4335637 h 4717301"/>
              <a:gd name="connsiteX20" fmla="*/ 6287534 w 12192000"/>
              <a:gd name="connsiteY20" fmla="*/ 3714199 h 4717301"/>
              <a:gd name="connsiteX21" fmla="*/ 4392596 w 12192000"/>
              <a:gd name="connsiteY21" fmla="*/ 3392344 h 4717301"/>
              <a:gd name="connsiteX22" fmla="*/ 3014500 w 12192000"/>
              <a:gd name="connsiteY22" fmla="*/ 4100222 h 4717301"/>
              <a:gd name="connsiteX23" fmla="*/ 86414 w 12192000"/>
              <a:gd name="connsiteY23" fmla="*/ 3903305 h 4717301"/>
              <a:gd name="connsiteX24" fmla="*/ 0 w 12192000"/>
              <a:gd name="connsiteY24" fmla="*/ 3840566 h 4717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192000" h="4717301">
                <a:moveTo>
                  <a:pt x="8930642" y="4273734"/>
                </a:moveTo>
                <a:cubicBezTo>
                  <a:pt x="9016941" y="4268381"/>
                  <a:pt x="9102130" y="4314070"/>
                  <a:pt x="9143134" y="4396362"/>
                </a:cubicBezTo>
                <a:cubicBezTo>
                  <a:pt x="9197806" y="4506087"/>
                  <a:pt x="9153221" y="4639333"/>
                  <a:pt x="9043549" y="4693978"/>
                </a:cubicBezTo>
                <a:cubicBezTo>
                  <a:pt x="8933879" y="4748622"/>
                  <a:pt x="8800655" y="4703973"/>
                  <a:pt x="8745984" y="4594249"/>
                </a:cubicBezTo>
                <a:cubicBezTo>
                  <a:pt x="8691311" y="4484525"/>
                  <a:pt x="8735897" y="4351279"/>
                  <a:pt x="8845568" y="4296634"/>
                </a:cubicBezTo>
                <a:cubicBezTo>
                  <a:pt x="8872986" y="4282973"/>
                  <a:pt x="8901875" y="4275517"/>
                  <a:pt x="8930642" y="4273734"/>
                </a:cubicBezTo>
                <a:close/>
                <a:moveTo>
                  <a:pt x="9842642" y="3718743"/>
                </a:moveTo>
                <a:cubicBezTo>
                  <a:pt x="10017101" y="3707923"/>
                  <a:pt x="10189318" y="3800286"/>
                  <a:pt x="10272210" y="3966645"/>
                </a:cubicBezTo>
                <a:cubicBezTo>
                  <a:pt x="10382732" y="4188458"/>
                  <a:pt x="10292600" y="4457825"/>
                  <a:pt x="10070896" y="4568292"/>
                </a:cubicBezTo>
                <a:cubicBezTo>
                  <a:pt x="9849191" y="4678760"/>
                  <a:pt x="9579867" y="4588498"/>
                  <a:pt x="9469346" y="4366686"/>
                </a:cubicBezTo>
                <a:cubicBezTo>
                  <a:pt x="9358824" y="4144873"/>
                  <a:pt x="9448956" y="3875506"/>
                  <a:pt x="9670660" y="3765038"/>
                </a:cubicBezTo>
                <a:cubicBezTo>
                  <a:pt x="9726087" y="3737421"/>
                  <a:pt x="9784490" y="3722349"/>
                  <a:pt x="9842642" y="3718743"/>
                </a:cubicBezTo>
                <a:close/>
                <a:moveTo>
                  <a:pt x="0" y="0"/>
                </a:moveTo>
                <a:lnTo>
                  <a:pt x="12192000" y="0"/>
                </a:lnTo>
                <a:lnTo>
                  <a:pt x="12192000" y="3369891"/>
                </a:lnTo>
                <a:lnTo>
                  <a:pt x="12124015" y="3410713"/>
                </a:lnTo>
                <a:cubicBezTo>
                  <a:pt x="11792041" y="3581538"/>
                  <a:pt x="11443617" y="3577252"/>
                  <a:pt x="11077457" y="3501725"/>
                </a:cubicBezTo>
                <a:cubicBezTo>
                  <a:pt x="10679189" y="3419860"/>
                  <a:pt x="10271734" y="3358281"/>
                  <a:pt x="9867246" y="3351592"/>
                </a:cubicBezTo>
                <a:cubicBezTo>
                  <a:pt x="9492336" y="3345611"/>
                  <a:pt x="9239136" y="3626329"/>
                  <a:pt x="8994802" y="3878378"/>
                </a:cubicBezTo>
                <a:cubicBezTo>
                  <a:pt x="8385954" y="4506678"/>
                  <a:pt x="7695268" y="4690742"/>
                  <a:pt x="6994655" y="4335637"/>
                </a:cubicBezTo>
                <a:cubicBezTo>
                  <a:pt x="6722938" y="4197922"/>
                  <a:pt x="6494843" y="3948626"/>
                  <a:pt x="6287534" y="3714199"/>
                </a:cubicBezTo>
                <a:cubicBezTo>
                  <a:pt x="5731733" y="3085491"/>
                  <a:pt x="5043559" y="3067499"/>
                  <a:pt x="4392596" y="3392344"/>
                </a:cubicBezTo>
                <a:cubicBezTo>
                  <a:pt x="3930423" y="3623867"/>
                  <a:pt x="3492022" y="3908604"/>
                  <a:pt x="3014500" y="4100222"/>
                </a:cubicBezTo>
                <a:cubicBezTo>
                  <a:pt x="1977820" y="4518409"/>
                  <a:pt x="973242" y="4499486"/>
                  <a:pt x="86414" y="3903305"/>
                </a:cubicBezTo>
                <a:lnTo>
                  <a:pt x="0" y="384056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FE3A0B-B6BA-546A-F70D-E6B3B5AB7E13}"/>
              </a:ext>
            </a:extLst>
          </p:cNvPr>
          <p:cNvSpPr>
            <a:spLocks noGrp="1"/>
          </p:cNvSpPr>
          <p:nvPr>
            <p:ph type="title"/>
          </p:nvPr>
        </p:nvSpPr>
        <p:spPr>
          <a:xfrm>
            <a:off x="124761" y="175241"/>
            <a:ext cx="3842479" cy="965003"/>
          </a:xfrm>
        </p:spPr>
        <p:txBody>
          <a:bodyPr vert="horz" lIns="91440" tIns="45720" rIns="91440" bIns="45720" rtlCol="0" anchor="ctr">
            <a:normAutofit/>
          </a:bodyPr>
          <a:lstStyle/>
          <a:p>
            <a:r>
              <a:rPr lang="en-US" sz="5400" dirty="0"/>
              <a:t>Flowcharts</a:t>
            </a:r>
          </a:p>
        </p:txBody>
      </p:sp>
      <p:pic>
        <p:nvPicPr>
          <p:cNvPr id="4" name="Content Placeholder 3">
            <a:extLst>
              <a:ext uri="{FF2B5EF4-FFF2-40B4-BE49-F238E27FC236}">
                <a16:creationId xmlns:a16="http://schemas.microsoft.com/office/drawing/2014/main" id="{57490455-3AB5-B1F8-0D64-ECE19B5E09E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84303" y="1135163"/>
            <a:ext cx="9101027" cy="5080684"/>
          </a:xfrm>
          <a:prstGeom prst="rect">
            <a:avLst/>
          </a:prstGeom>
        </p:spPr>
      </p:pic>
      <p:sp>
        <p:nvSpPr>
          <p:cNvPr id="5" name="TextBox 4">
            <a:extLst>
              <a:ext uri="{FF2B5EF4-FFF2-40B4-BE49-F238E27FC236}">
                <a16:creationId xmlns:a16="http://schemas.microsoft.com/office/drawing/2014/main" id="{FCB7AB61-D162-515C-2863-23D58585A341}"/>
              </a:ext>
            </a:extLst>
          </p:cNvPr>
          <p:cNvSpPr txBox="1"/>
          <p:nvPr/>
        </p:nvSpPr>
        <p:spPr>
          <a:xfrm>
            <a:off x="4832142" y="6399088"/>
            <a:ext cx="3302443" cy="461665"/>
          </a:xfrm>
          <a:prstGeom prst="rect">
            <a:avLst/>
          </a:prstGeom>
          <a:noFill/>
        </p:spPr>
        <p:txBody>
          <a:bodyPr wrap="none" rtlCol="0">
            <a:spAutoFit/>
          </a:bodyPr>
          <a:lstStyle/>
          <a:p>
            <a:pPr algn="ctr"/>
            <a:r>
              <a:rPr lang="en-IN" sz="2400" dirty="0"/>
              <a:t>Architecture of Project</a:t>
            </a:r>
          </a:p>
        </p:txBody>
      </p:sp>
    </p:spTree>
    <p:extLst>
      <p:ext uri="{BB962C8B-B14F-4D97-AF65-F5344CB8AC3E}">
        <p14:creationId xmlns:p14="http://schemas.microsoft.com/office/powerpoint/2010/main" val="3416350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71795F4-44EE-5CEF-2B86-BB6424806FE0}"/>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680882" y="1392072"/>
            <a:ext cx="8755649" cy="5465928"/>
          </a:xfrm>
          <a:prstGeom prst="rect">
            <a:avLst/>
          </a:prstGeom>
        </p:spPr>
      </p:pic>
      <p:sp>
        <p:nvSpPr>
          <p:cNvPr id="6" name="TextBox 5">
            <a:extLst>
              <a:ext uri="{FF2B5EF4-FFF2-40B4-BE49-F238E27FC236}">
                <a16:creationId xmlns:a16="http://schemas.microsoft.com/office/drawing/2014/main" id="{C0850CAE-DA99-9034-06A2-0777F16CD0C3}"/>
              </a:ext>
            </a:extLst>
          </p:cNvPr>
          <p:cNvSpPr txBox="1"/>
          <p:nvPr/>
        </p:nvSpPr>
        <p:spPr>
          <a:xfrm>
            <a:off x="4280959" y="868852"/>
            <a:ext cx="3630082" cy="523220"/>
          </a:xfrm>
          <a:prstGeom prst="rect">
            <a:avLst/>
          </a:prstGeom>
          <a:noFill/>
        </p:spPr>
        <p:txBody>
          <a:bodyPr wrap="square">
            <a:spAutoFit/>
          </a:bodyPr>
          <a:lstStyle/>
          <a:p>
            <a:r>
              <a:rPr lang="en-US" sz="2800" dirty="0"/>
              <a:t>Workflow of Project</a:t>
            </a:r>
            <a:endParaRPr lang="en-IN" sz="2800" dirty="0"/>
          </a:p>
        </p:txBody>
      </p:sp>
    </p:spTree>
    <p:extLst>
      <p:ext uri="{BB962C8B-B14F-4D97-AF65-F5344CB8AC3E}">
        <p14:creationId xmlns:p14="http://schemas.microsoft.com/office/powerpoint/2010/main" val="1242827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CF52A5B-5810-4130-A3DB-FD2582D053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B8FE145C-BED6-4533-8211-7AC773F7A2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916078" cy="6858000"/>
          </a:xfrm>
          <a:custGeom>
            <a:avLst/>
            <a:gdLst>
              <a:gd name="connsiteX0" fmla="*/ 8183400 w 8916078"/>
              <a:gd name="connsiteY0" fmla="*/ 3865853 h 6820849"/>
              <a:gd name="connsiteX1" fmla="*/ 8259593 w 8916078"/>
              <a:gd name="connsiteY1" fmla="*/ 3878252 h 6820849"/>
              <a:gd name="connsiteX2" fmla="*/ 8529076 w 8916078"/>
              <a:gd name="connsiteY2" fmla="*/ 4345010 h 6820849"/>
              <a:gd name="connsiteX3" fmla="*/ 8062319 w 8916078"/>
              <a:gd name="connsiteY3" fmla="*/ 4614493 h 6820849"/>
              <a:gd name="connsiteX4" fmla="*/ 7792836 w 8916078"/>
              <a:gd name="connsiteY4" fmla="*/ 4147735 h 6820849"/>
              <a:gd name="connsiteX5" fmla="*/ 8183400 w 8916078"/>
              <a:gd name="connsiteY5" fmla="*/ 3865853 h 6820849"/>
              <a:gd name="connsiteX6" fmla="*/ 8734942 w 8916078"/>
              <a:gd name="connsiteY6" fmla="*/ 2667480 h 6820849"/>
              <a:gd name="connsiteX7" fmla="*/ 8773412 w 8916078"/>
              <a:gd name="connsiteY7" fmla="*/ 2673741 h 6820849"/>
              <a:gd name="connsiteX8" fmla="*/ 8909474 w 8916078"/>
              <a:gd name="connsiteY8" fmla="*/ 2909407 h 6820849"/>
              <a:gd name="connsiteX9" fmla="*/ 8673808 w 8916078"/>
              <a:gd name="connsiteY9" fmla="*/ 3045469 h 6820849"/>
              <a:gd name="connsiteX10" fmla="*/ 8537746 w 8916078"/>
              <a:gd name="connsiteY10" fmla="*/ 2809802 h 6820849"/>
              <a:gd name="connsiteX11" fmla="*/ 8697151 w 8916078"/>
              <a:gd name="connsiteY11" fmla="*/ 2668961 h 6820849"/>
              <a:gd name="connsiteX12" fmla="*/ 8734942 w 8916078"/>
              <a:gd name="connsiteY12" fmla="*/ 2667480 h 6820849"/>
              <a:gd name="connsiteX13" fmla="*/ 8776652 w 8916078"/>
              <a:gd name="connsiteY13" fmla="*/ 1 h 6820849"/>
              <a:gd name="connsiteX14" fmla="*/ 8786961 w 8916078"/>
              <a:gd name="connsiteY14" fmla="*/ 42970 h 6820849"/>
              <a:gd name="connsiteX15" fmla="*/ 8775876 w 8916078"/>
              <a:gd name="connsiteY15" fmla="*/ 219853 h 6820849"/>
              <a:gd name="connsiteX16" fmla="*/ 8229255 w 8916078"/>
              <a:gd name="connsiteY16" fmla="*/ 535444 h 6820849"/>
              <a:gd name="connsiteX17" fmla="*/ 7899142 w 8916078"/>
              <a:gd name="connsiteY17" fmla="*/ 78053 h 6820849"/>
              <a:gd name="connsiteX18" fmla="*/ 7911844 w 8916078"/>
              <a:gd name="connsiteY18" fmla="*/ 1 h 6820849"/>
              <a:gd name="connsiteX19" fmla="*/ 0 w 8916078"/>
              <a:gd name="connsiteY19" fmla="*/ 0 h 6820849"/>
              <a:gd name="connsiteX20" fmla="*/ 3064542 w 8916078"/>
              <a:gd name="connsiteY20" fmla="*/ 1 h 6820849"/>
              <a:gd name="connsiteX21" fmla="*/ 3626351 w 8916078"/>
              <a:gd name="connsiteY21" fmla="*/ 1 h 6820849"/>
              <a:gd name="connsiteX22" fmla="*/ 6388767 w 8916078"/>
              <a:gd name="connsiteY22" fmla="*/ 1 h 6820849"/>
              <a:gd name="connsiteX23" fmla="*/ 7293415 w 8916078"/>
              <a:gd name="connsiteY23" fmla="*/ 1 h 6820849"/>
              <a:gd name="connsiteX24" fmla="*/ 7285291 w 8916078"/>
              <a:gd name="connsiteY24" fmla="*/ 184997 h 6820849"/>
              <a:gd name="connsiteX25" fmla="*/ 7288318 w 8916078"/>
              <a:gd name="connsiteY25" fmla="*/ 419996 h 6820849"/>
              <a:gd name="connsiteX26" fmla="*/ 7736280 w 8916078"/>
              <a:gd name="connsiteY26" fmla="*/ 1068100 h 6820849"/>
              <a:gd name="connsiteX27" fmla="*/ 8184147 w 8916078"/>
              <a:gd name="connsiteY27" fmla="*/ 2589406 h 6820849"/>
              <a:gd name="connsiteX28" fmla="*/ 7738154 w 8916078"/>
              <a:gd name="connsiteY28" fmla="*/ 3164270 h 6820849"/>
              <a:gd name="connsiteX29" fmla="*/ 7579762 w 8916078"/>
              <a:gd name="connsiteY29" fmla="*/ 4641256 h 6820849"/>
              <a:gd name="connsiteX30" fmla="*/ 8191492 w 8916078"/>
              <a:gd name="connsiteY30" fmla="*/ 5670858 h 6820849"/>
              <a:gd name="connsiteX31" fmla="*/ 8477065 w 8916078"/>
              <a:gd name="connsiteY31" fmla="*/ 6707671 h 6820849"/>
              <a:gd name="connsiteX32" fmla="*/ 8478852 w 8916078"/>
              <a:gd name="connsiteY32" fmla="*/ 6820849 h 6820849"/>
              <a:gd name="connsiteX33" fmla="*/ 0 w 8916078"/>
              <a:gd name="connsiteY33" fmla="*/ 6820849 h 6820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916078" h="6820849">
                <a:moveTo>
                  <a:pt x="8183400" y="3865853"/>
                </a:moveTo>
                <a:cubicBezTo>
                  <a:pt x="8208679" y="3867370"/>
                  <a:pt x="8234181" y="3871443"/>
                  <a:pt x="8259593" y="3878252"/>
                </a:cubicBezTo>
                <a:cubicBezTo>
                  <a:pt x="8462901" y="3932728"/>
                  <a:pt x="8583552" y="4141703"/>
                  <a:pt x="8529076" y="4345010"/>
                </a:cubicBezTo>
                <a:cubicBezTo>
                  <a:pt x="8474600" y="4548317"/>
                  <a:pt x="8265626" y="4668969"/>
                  <a:pt x="8062319" y="4614493"/>
                </a:cubicBezTo>
                <a:cubicBezTo>
                  <a:pt x="7859012" y="4560017"/>
                  <a:pt x="7738360" y="4351042"/>
                  <a:pt x="7792836" y="4147735"/>
                </a:cubicBezTo>
                <a:cubicBezTo>
                  <a:pt x="7840502" y="3969841"/>
                  <a:pt x="8006457" y="3855230"/>
                  <a:pt x="8183400" y="3865853"/>
                </a:cubicBezTo>
                <a:close/>
                <a:moveTo>
                  <a:pt x="8734942" y="2667480"/>
                </a:moveTo>
                <a:cubicBezTo>
                  <a:pt x="8747705" y="2668246"/>
                  <a:pt x="8760581" y="2670303"/>
                  <a:pt x="8773412" y="2673741"/>
                </a:cubicBezTo>
                <a:cubicBezTo>
                  <a:pt x="8876062" y="2701246"/>
                  <a:pt x="8936980" y="2806757"/>
                  <a:pt x="8909474" y="2909407"/>
                </a:cubicBezTo>
                <a:cubicBezTo>
                  <a:pt x="8881969" y="3012057"/>
                  <a:pt x="8776458" y="3072974"/>
                  <a:pt x="8673808" y="3045469"/>
                </a:cubicBezTo>
                <a:cubicBezTo>
                  <a:pt x="8571158" y="3017965"/>
                  <a:pt x="8510241" y="2912452"/>
                  <a:pt x="8537746" y="2809802"/>
                </a:cubicBezTo>
                <a:cubicBezTo>
                  <a:pt x="8558375" y="2732815"/>
                  <a:pt x="8622882" y="2679302"/>
                  <a:pt x="8697151" y="2668961"/>
                </a:cubicBezTo>
                <a:cubicBezTo>
                  <a:pt x="8709529" y="2667237"/>
                  <a:pt x="8722180" y="2666714"/>
                  <a:pt x="8734942" y="2667480"/>
                </a:cubicBezTo>
                <a:close/>
                <a:moveTo>
                  <a:pt x="8776652" y="1"/>
                </a:moveTo>
                <a:lnTo>
                  <a:pt x="8786961" y="42970"/>
                </a:lnTo>
                <a:cubicBezTo>
                  <a:pt x="8794957" y="100392"/>
                  <a:pt x="8791826" y="160330"/>
                  <a:pt x="8775876" y="219853"/>
                </a:cubicBezTo>
                <a:cubicBezTo>
                  <a:pt x="8712079" y="457946"/>
                  <a:pt x="8467349" y="599241"/>
                  <a:pt x="8229255" y="535444"/>
                </a:cubicBezTo>
                <a:cubicBezTo>
                  <a:pt x="8020924" y="479621"/>
                  <a:pt x="7886703" y="285271"/>
                  <a:pt x="7899142" y="78053"/>
                </a:cubicBezTo>
                <a:lnTo>
                  <a:pt x="7911844" y="1"/>
                </a:lnTo>
                <a:close/>
                <a:moveTo>
                  <a:pt x="0" y="0"/>
                </a:moveTo>
                <a:lnTo>
                  <a:pt x="3064542" y="1"/>
                </a:lnTo>
                <a:lnTo>
                  <a:pt x="3626351" y="1"/>
                </a:lnTo>
                <a:lnTo>
                  <a:pt x="6388767" y="1"/>
                </a:lnTo>
                <a:lnTo>
                  <a:pt x="7293415" y="1"/>
                </a:lnTo>
                <a:lnTo>
                  <a:pt x="7285291" y="184997"/>
                </a:lnTo>
                <a:cubicBezTo>
                  <a:pt x="7283933" y="263521"/>
                  <a:pt x="7284806" y="341911"/>
                  <a:pt x="7288318" y="419996"/>
                </a:cubicBezTo>
                <a:cubicBezTo>
                  <a:pt x="7301507" y="709488"/>
                  <a:pt x="7530168" y="891535"/>
                  <a:pt x="7736280" y="1068100"/>
                </a:cubicBezTo>
                <a:cubicBezTo>
                  <a:pt x="8250069" y="1508062"/>
                  <a:pt x="8424916" y="2032159"/>
                  <a:pt x="8184147" y="2589406"/>
                </a:cubicBezTo>
                <a:cubicBezTo>
                  <a:pt x="8090773" y="2805524"/>
                  <a:pt x="7909218" y="2993264"/>
                  <a:pt x="7738154" y="3164270"/>
                </a:cubicBezTo>
                <a:cubicBezTo>
                  <a:pt x="7279360" y="3622745"/>
                  <a:pt x="7298159" y="4154456"/>
                  <a:pt x="7579762" y="4641256"/>
                </a:cubicBezTo>
                <a:cubicBezTo>
                  <a:pt x="7780382" y="4986833"/>
                  <a:pt x="8020938" y="5311557"/>
                  <a:pt x="8191492" y="5670858"/>
                </a:cubicBezTo>
                <a:cubicBezTo>
                  <a:pt x="8357544" y="6019043"/>
                  <a:pt x="8456063" y="6366409"/>
                  <a:pt x="8477065" y="6707671"/>
                </a:cubicBezTo>
                <a:lnTo>
                  <a:pt x="8478852" y="6820849"/>
                </a:lnTo>
                <a:lnTo>
                  <a:pt x="0" y="682084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1DF54F5-E204-F24F-1F0B-B0FCEEC7A302}"/>
              </a:ext>
            </a:extLst>
          </p:cNvPr>
          <p:cNvSpPr>
            <a:spLocks noGrp="1"/>
          </p:cNvSpPr>
          <p:nvPr>
            <p:ph type="title"/>
          </p:nvPr>
        </p:nvSpPr>
        <p:spPr>
          <a:xfrm>
            <a:off x="606551" y="668128"/>
            <a:ext cx="3470773" cy="1325563"/>
          </a:xfrm>
        </p:spPr>
        <p:txBody>
          <a:bodyPr>
            <a:normAutofit/>
          </a:bodyPr>
          <a:lstStyle/>
          <a:p>
            <a:r>
              <a:rPr lang="en-IN" dirty="0"/>
              <a:t>Conclusion</a:t>
            </a:r>
          </a:p>
        </p:txBody>
      </p:sp>
      <p:sp>
        <p:nvSpPr>
          <p:cNvPr id="3" name="Content Placeholder 2">
            <a:extLst>
              <a:ext uri="{FF2B5EF4-FFF2-40B4-BE49-F238E27FC236}">
                <a16:creationId xmlns:a16="http://schemas.microsoft.com/office/drawing/2014/main" id="{49B6AD65-D081-430F-0035-0832EBACE1E7}"/>
              </a:ext>
            </a:extLst>
          </p:cNvPr>
          <p:cNvSpPr>
            <a:spLocks noGrp="1"/>
          </p:cNvSpPr>
          <p:nvPr>
            <p:ph idx="1"/>
          </p:nvPr>
        </p:nvSpPr>
        <p:spPr>
          <a:xfrm>
            <a:off x="609600" y="1993691"/>
            <a:ext cx="6720590" cy="4422099"/>
          </a:xfrm>
        </p:spPr>
        <p:txBody>
          <a:bodyPr>
            <a:normAutofit fontScale="92500" lnSpcReduction="10000"/>
          </a:bodyPr>
          <a:lstStyle/>
          <a:p>
            <a:pPr>
              <a:lnSpc>
                <a:spcPct val="100000"/>
              </a:lnSpc>
            </a:pPr>
            <a:r>
              <a:rPr lang="en-US" dirty="0"/>
              <a:t>Regarding the issue at hand unstructured and unauthorized spending between parents and dependents the developed solution is highly effective. Using budget management, expenses tracking, limits enforcement, and monitoring capabilities, the proposed solution helps resolve the identified problem efficiently and effectively. To ensure the success of the developed Budget Management Web Application, it includes separate dashboards for parents and dependents, respectively. Finally, the chosen stack of technologies used for its development allows one to highlight full-stack programming skills acquired while creating the project, including HTML5, CSS3, JS + React frontend development framework, as well as Node.js and Express.js and MongoDB backend development technologies.</a:t>
            </a:r>
            <a:endParaRPr lang="en-IN" dirty="0"/>
          </a:p>
        </p:txBody>
      </p:sp>
    </p:spTree>
    <p:extLst>
      <p:ext uri="{BB962C8B-B14F-4D97-AF65-F5344CB8AC3E}">
        <p14:creationId xmlns:p14="http://schemas.microsoft.com/office/powerpoint/2010/main" val="752362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42E603F-28B7-4831-BF23-65FBAB13D5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4D39700F-2B10-4402-A7DD-06EE22458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32968"/>
            <a:ext cx="9560477" cy="6625032"/>
          </a:xfrm>
          <a:custGeom>
            <a:avLst/>
            <a:gdLst>
              <a:gd name="connsiteX0" fmla="*/ 8831314 w 9263816"/>
              <a:gd name="connsiteY0" fmla="*/ 5943878 h 6858000"/>
              <a:gd name="connsiteX1" fmla="*/ 9179783 w 9263816"/>
              <a:gd name="connsiteY1" fmla="*/ 6086141 h 6858000"/>
              <a:gd name="connsiteX2" fmla="*/ 9260887 w 9263816"/>
              <a:gd name="connsiteY2" fmla="*/ 6279156 h 6858000"/>
              <a:gd name="connsiteX3" fmla="*/ 8925621 w 9263816"/>
              <a:gd name="connsiteY3" fmla="*/ 6708712 h 6858000"/>
              <a:gd name="connsiteX4" fmla="*/ 8496050 w 9263816"/>
              <a:gd name="connsiteY4" fmla="*/ 6373449 h 6858000"/>
              <a:gd name="connsiteX5" fmla="*/ 8831314 w 9263816"/>
              <a:gd name="connsiteY5" fmla="*/ 5943878 h 6858000"/>
              <a:gd name="connsiteX6" fmla="*/ 7397485 w 9263816"/>
              <a:gd name="connsiteY6" fmla="*/ 5931706 h 6858000"/>
              <a:gd name="connsiteX7" fmla="*/ 7917779 w 9263816"/>
              <a:gd name="connsiteY7" fmla="*/ 6191864 h 6858000"/>
              <a:gd name="connsiteX8" fmla="*/ 8013467 w 9263816"/>
              <a:gd name="connsiteY8" fmla="*/ 6375784 h 6858000"/>
              <a:gd name="connsiteX9" fmla="*/ 8021879 w 9263816"/>
              <a:gd name="connsiteY9" fmla="*/ 6753751 h 6858000"/>
              <a:gd name="connsiteX10" fmla="*/ 7981316 w 9263816"/>
              <a:gd name="connsiteY10" fmla="*/ 6858000 h 6858000"/>
              <a:gd name="connsiteX11" fmla="*/ 6819486 w 9263816"/>
              <a:gd name="connsiteY11" fmla="*/ 6858000 h 6858000"/>
              <a:gd name="connsiteX12" fmla="*/ 6785199 w 9263816"/>
              <a:gd name="connsiteY12" fmla="*/ 6781101 h 6858000"/>
              <a:gd name="connsiteX13" fmla="*/ 7196747 w 9263816"/>
              <a:gd name="connsiteY13" fmla="*/ 5964309 h 6858000"/>
              <a:gd name="connsiteX14" fmla="*/ 7397485 w 9263816"/>
              <a:gd name="connsiteY14" fmla="*/ 5931706 h 6858000"/>
              <a:gd name="connsiteX15" fmla="*/ 1505570 w 9263816"/>
              <a:gd name="connsiteY15" fmla="*/ 227178 h 6858000"/>
              <a:gd name="connsiteX16" fmla="*/ 2026489 w 9263816"/>
              <a:gd name="connsiteY16" fmla="*/ 392370 h 6858000"/>
              <a:gd name="connsiteX17" fmla="*/ 2444553 w 9263816"/>
              <a:gd name="connsiteY17" fmla="*/ 1654853 h 6858000"/>
              <a:gd name="connsiteX18" fmla="*/ 3183153 w 9263816"/>
              <a:gd name="connsiteY18" fmla="*/ 2116208 h 6858000"/>
              <a:gd name="connsiteX19" fmla="*/ 4288384 w 9263816"/>
              <a:gd name="connsiteY19" fmla="*/ 1291908 h 6858000"/>
              <a:gd name="connsiteX20" fmla="*/ 5472602 w 9263816"/>
              <a:gd name="connsiteY20" fmla="*/ 1697818 h 6858000"/>
              <a:gd name="connsiteX21" fmla="*/ 5844697 w 9263816"/>
              <a:gd name="connsiteY21" fmla="*/ 3444791 h 6858000"/>
              <a:gd name="connsiteX22" fmla="*/ 6715674 w 9263816"/>
              <a:gd name="connsiteY22" fmla="*/ 4065208 h 6858000"/>
              <a:gd name="connsiteX23" fmla="*/ 8130429 w 9263816"/>
              <a:gd name="connsiteY23" fmla="*/ 4101787 h 6858000"/>
              <a:gd name="connsiteX24" fmla="*/ 8624630 w 9263816"/>
              <a:gd name="connsiteY24" fmla="*/ 4686202 h 6858000"/>
              <a:gd name="connsiteX25" fmla="*/ 8623843 w 9263816"/>
              <a:gd name="connsiteY25" fmla="*/ 4685749 h 6858000"/>
              <a:gd name="connsiteX26" fmla="*/ 8646859 w 9263816"/>
              <a:gd name="connsiteY26" fmla="*/ 4835156 h 6858000"/>
              <a:gd name="connsiteX27" fmla="*/ 8079403 w 9263816"/>
              <a:gd name="connsiteY27" fmla="*/ 5661624 h 6858000"/>
              <a:gd name="connsiteX28" fmla="*/ 6833105 w 9263816"/>
              <a:gd name="connsiteY28" fmla="*/ 5397208 h 6858000"/>
              <a:gd name="connsiteX29" fmla="*/ 5900832 w 9263816"/>
              <a:gd name="connsiteY29" fmla="*/ 5944462 h 6858000"/>
              <a:gd name="connsiteX30" fmla="*/ 6067212 w 9263816"/>
              <a:gd name="connsiteY30" fmla="*/ 6811916 h 6858000"/>
              <a:gd name="connsiteX31" fmla="*/ 6089565 w 9263816"/>
              <a:gd name="connsiteY31" fmla="*/ 6858000 h 6858000"/>
              <a:gd name="connsiteX32" fmla="*/ 0 w 9263816"/>
              <a:gd name="connsiteY32" fmla="*/ 6858000 h 6858000"/>
              <a:gd name="connsiteX33" fmla="*/ 0 w 9263816"/>
              <a:gd name="connsiteY33" fmla="*/ 2181377 h 6858000"/>
              <a:gd name="connsiteX34" fmla="*/ 73069 w 9263816"/>
              <a:gd name="connsiteY34" fmla="*/ 2215839 h 6858000"/>
              <a:gd name="connsiteX35" fmla="*/ 335445 w 9263816"/>
              <a:gd name="connsiteY35" fmla="*/ 2237140 h 6858000"/>
              <a:gd name="connsiteX36" fmla="*/ 752878 w 9263816"/>
              <a:gd name="connsiteY36" fmla="*/ 1445285 h 6858000"/>
              <a:gd name="connsiteX37" fmla="*/ 1202551 w 9263816"/>
              <a:gd name="connsiteY37" fmla="*/ 314229 h 6858000"/>
              <a:gd name="connsiteX38" fmla="*/ 1505570 w 9263816"/>
              <a:gd name="connsiteY38" fmla="*/ 227178 h 6858000"/>
              <a:gd name="connsiteX39" fmla="*/ 3142509 w 9263816"/>
              <a:gd name="connsiteY39" fmla="*/ 68854 h 6858000"/>
              <a:gd name="connsiteX40" fmla="*/ 3490978 w 9263816"/>
              <a:gd name="connsiteY40" fmla="*/ 211117 h 6858000"/>
              <a:gd name="connsiteX41" fmla="*/ 3572083 w 9263816"/>
              <a:gd name="connsiteY41" fmla="*/ 404131 h 6858000"/>
              <a:gd name="connsiteX42" fmla="*/ 3236814 w 9263816"/>
              <a:gd name="connsiteY42" fmla="*/ 833688 h 6858000"/>
              <a:gd name="connsiteX43" fmla="*/ 2807245 w 9263816"/>
              <a:gd name="connsiteY43" fmla="*/ 498425 h 6858000"/>
              <a:gd name="connsiteX44" fmla="*/ 3142509 w 9263816"/>
              <a:gd name="connsiteY44" fmla="*/ 68854 h 6858000"/>
              <a:gd name="connsiteX45" fmla="*/ 0 w 9263816"/>
              <a:gd name="connsiteY45" fmla="*/ 0 h 6858000"/>
              <a:gd name="connsiteX46" fmla="*/ 39858 w 9263816"/>
              <a:gd name="connsiteY46" fmla="*/ 0 h 6858000"/>
              <a:gd name="connsiteX47" fmla="*/ 65022 w 9263816"/>
              <a:gd name="connsiteY47" fmla="*/ 5834 h 6858000"/>
              <a:gd name="connsiteX48" fmla="*/ 389258 w 9263816"/>
              <a:gd name="connsiteY48" fmla="*/ 235630 h 6858000"/>
              <a:gd name="connsiteX49" fmla="*/ 485484 w 9263816"/>
              <a:gd name="connsiteY49" fmla="*/ 420070 h 6858000"/>
              <a:gd name="connsiteX50" fmla="*/ 74229 w 9263816"/>
              <a:gd name="connsiteY50" fmla="*/ 1237955 h 6858000"/>
              <a:gd name="connsiteX51" fmla="*/ 0 w 9263816"/>
              <a:gd name="connsiteY51" fmla="*/ 125447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263816" h="6858000">
                <a:moveTo>
                  <a:pt x="8831314" y="5943878"/>
                </a:moveTo>
                <a:cubicBezTo>
                  <a:pt x="8964281" y="5927490"/>
                  <a:pt x="9096260" y="5981362"/>
                  <a:pt x="9179783" y="6086141"/>
                </a:cubicBezTo>
                <a:cubicBezTo>
                  <a:pt x="9224074" y="6141769"/>
                  <a:pt x="9252211" y="6208560"/>
                  <a:pt x="9260887" y="6279156"/>
                </a:cubicBezTo>
                <a:cubicBezTo>
                  <a:pt x="9286897" y="6490362"/>
                  <a:pt x="9136845" y="6682672"/>
                  <a:pt x="8925621" y="6708712"/>
                </a:cubicBezTo>
                <a:cubicBezTo>
                  <a:pt x="8714398" y="6734766"/>
                  <a:pt x="8522062" y="6584655"/>
                  <a:pt x="8496050" y="6373449"/>
                </a:cubicBezTo>
                <a:cubicBezTo>
                  <a:pt x="8470038" y="6162229"/>
                  <a:pt x="8620090" y="5969920"/>
                  <a:pt x="8831314" y="5943878"/>
                </a:cubicBezTo>
                <a:close/>
                <a:moveTo>
                  <a:pt x="7397485" y="5931706"/>
                </a:moveTo>
                <a:cubicBezTo>
                  <a:pt x="7598431" y="5931157"/>
                  <a:pt x="7792965" y="6024548"/>
                  <a:pt x="7917779" y="6191864"/>
                </a:cubicBezTo>
                <a:cubicBezTo>
                  <a:pt x="7959204" y="6247714"/>
                  <a:pt x="7991530" y="6309792"/>
                  <a:pt x="8013467" y="6375784"/>
                </a:cubicBezTo>
                <a:cubicBezTo>
                  <a:pt x="8055425" y="6502973"/>
                  <a:pt x="8055748" y="6633888"/>
                  <a:pt x="8021879" y="6753751"/>
                </a:cubicBezTo>
                <a:lnTo>
                  <a:pt x="7981316" y="6858000"/>
                </a:lnTo>
                <a:lnTo>
                  <a:pt x="6819486" y="6858000"/>
                </a:lnTo>
                <a:lnTo>
                  <a:pt x="6785199" y="6781101"/>
                </a:lnTo>
                <a:cubicBezTo>
                  <a:pt x="6673307" y="6441922"/>
                  <a:pt x="6857485" y="6076251"/>
                  <a:pt x="7196747" y="5964309"/>
                </a:cubicBezTo>
                <a:cubicBezTo>
                  <a:pt x="7262809" y="5942509"/>
                  <a:pt x="7330503" y="5931889"/>
                  <a:pt x="7397485" y="5931706"/>
                </a:cubicBezTo>
                <a:close/>
                <a:moveTo>
                  <a:pt x="1505570" y="227178"/>
                </a:moveTo>
                <a:cubicBezTo>
                  <a:pt x="1691018" y="218628"/>
                  <a:pt x="1889853" y="275403"/>
                  <a:pt x="2026489" y="392370"/>
                </a:cubicBezTo>
                <a:cubicBezTo>
                  <a:pt x="2369898" y="685965"/>
                  <a:pt x="2078266" y="1147857"/>
                  <a:pt x="2444553" y="1654853"/>
                </a:cubicBezTo>
                <a:cubicBezTo>
                  <a:pt x="2492906" y="1721679"/>
                  <a:pt x="2800482" y="2144546"/>
                  <a:pt x="3183153" y="2116208"/>
                </a:cubicBezTo>
                <a:cubicBezTo>
                  <a:pt x="3673561" y="2080541"/>
                  <a:pt x="3723222" y="1441614"/>
                  <a:pt x="4288384" y="1291908"/>
                </a:cubicBezTo>
                <a:cubicBezTo>
                  <a:pt x="4689065" y="1185875"/>
                  <a:pt x="5207943" y="1366633"/>
                  <a:pt x="5472602" y="1697818"/>
                </a:cubicBezTo>
                <a:cubicBezTo>
                  <a:pt x="5891294" y="2221754"/>
                  <a:pt x="5408012" y="2790179"/>
                  <a:pt x="5844697" y="3444791"/>
                </a:cubicBezTo>
                <a:cubicBezTo>
                  <a:pt x="6149900" y="3902467"/>
                  <a:pt x="6672672" y="4053594"/>
                  <a:pt x="6715674" y="4065208"/>
                </a:cubicBezTo>
                <a:cubicBezTo>
                  <a:pt x="7326423" y="4232519"/>
                  <a:pt x="7677158" y="3817020"/>
                  <a:pt x="8130429" y="4101787"/>
                </a:cubicBezTo>
                <a:cubicBezTo>
                  <a:pt x="8226340" y="4161985"/>
                  <a:pt x="8536372" y="4356819"/>
                  <a:pt x="8624630" y="4686202"/>
                </a:cubicBezTo>
                <a:lnTo>
                  <a:pt x="8623843" y="4685749"/>
                </a:lnTo>
                <a:cubicBezTo>
                  <a:pt x="8636924" y="4734567"/>
                  <a:pt x="8644635" y="4784678"/>
                  <a:pt x="8646859" y="4835156"/>
                </a:cubicBezTo>
                <a:cubicBezTo>
                  <a:pt x="8662596" y="5196604"/>
                  <a:pt x="8398383" y="5562326"/>
                  <a:pt x="8079403" y="5661624"/>
                </a:cubicBezTo>
                <a:cubicBezTo>
                  <a:pt x="7649807" y="5795217"/>
                  <a:pt x="7430996" y="5350293"/>
                  <a:pt x="6833105" y="5397208"/>
                </a:cubicBezTo>
                <a:cubicBezTo>
                  <a:pt x="6519033" y="5421527"/>
                  <a:pt x="6056658" y="5595550"/>
                  <a:pt x="5900832" y="5944462"/>
                </a:cubicBezTo>
                <a:cubicBezTo>
                  <a:pt x="5770548" y="6236600"/>
                  <a:pt x="5916359" y="6515160"/>
                  <a:pt x="6067212" y="6811916"/>
                </a:cubicBezTo>
                <a:lnTo>
                  <a:pt x="6089565" y="6858000"/>
                </a:lnTo>
                <a:lnTo>
                  <a:pt x="0" y="6858000"/>
                </a:lnTo>
                <a:lnTo>
                  <a:pt x="0" y="2181377"/>
                </a:lnTo>
                <a:lnTo>
                  <a:pt x="73069" y="2215839"/>
                </a:lnTo>
                <a:cubicBezTo>
                  <a:pt x="165116" y="2251829"/>
                  <a:pt x="254486" y="2263171"/>
                  <a:pt x="335445" y="2237140"/>
                </a:cubicBezTo>
                <a:cubicBezTo>
                  <a:pt x="594718" y="2153707"/>
                  <a:pt x="688441" y="1733807"/>
                  <a:pt x="752878" y="1445285"/>
                </a:cubicBezTo>
                <a:cubicBezTo>
                  <a:pt x="925059" y="674068"/>
                  <a:pt x="975076" y="456292"/>
                  <a:pt x="1202551" y="314229"/>
                </a:cubicBezTo>
                <a:cubicBezTo>
                  <a:pt x="1287853" y="260956"/>
                  <a:pt x="1394302" y="232308"/>
                  <a:pt x="1505570" y="227178"/>
                </a:cubicBezTo>
                <a:close/>
                <a:moveTo>
                  <a:pt x="3142509" y="68854"/>
                </a:moveTo>
                <a:cubicBezTo>
                  <a:pt x="3275474" y="52467"/>
                  <a:pt x="3407455" y="106339"/>
                  <a:pt x="3490978" y="211117"/>
                </a:cubicBezTo>
                <a:cubicBezTo>
                  <a:pt x="3535271" y="266744"/>
                  <a:pt x="3563404" y="333535"/>
                  <a:pt x="3572083" y="404131"/>
                </a:cubicBezTo>
                <a:cubicBezTo>
                  <a:pt x="3598092" y="615337"/>
                  <a:pt x="3448040" y="807648"/>
                  <a:pt x="3236814" y="833688"/>
                </a:cubicBezTo>
                <a:cubicBezTo>
                  <a:pt x="3025594" y="859741"/>
                  <a:pt x="2833255" y="709631"/>
                  <a:pt x="2807245" y="498425"/>
                </a:cubicBezTo>
                <a:cubicBezTo>
                  <a:pt x="2781232" y="287207"/>
                  <a:pt x="2931283" y="94896"/>
                  <a:pt x="3142509" y="68854"/>
                </a:cubicBezTo>
                <a:close/>
                <a:moveTo>
                  <a:pt x="0" y="0"/>
                </a:moveTo>
                <a:lnTo>
                  <a:pt x="39858" y="0"/>
                </a:lnTo>
                <a:lnTo>
                  <a:pt x="65022" y="5834"/>
                </a:lnTo>
                <a:cubicBezTo>
                  <a:pt x="191545" y="45606"/>
                  <a:pt x="305874" y="124173"/>
                  <a:pt x="389258" y="235630"/>
                </a:cubicBezTo>
                <a:cubicBezTo>
                  <a:pt x="430983" y="291600"/>
                  <a:pt x="463360" y="353876"/>
                  <a:pt x="485484" y="420070"/>
                </a:cubicBezTo>
                <a:cubicBezTo>
                  <a:pt x="597711" y="759508"/>
                  <a:pt x="413661" y="1125662"/>
                  <a:pt x="74229" y="1237955"/>
                </a:cubicBezTo>
                <a:lnTo>
                  <a:pt x="0" y="1254477"/>
                </a:lnTo>
                <a:close/>
              </a:path>
            </a:pathLst>
          </a:cu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3" name="Background Fill">
            <a:extLst>
              <a:ext uri="{FF2B5EF4-FFF2-40B4-BE49-F238E27FC236}">
                <a16:creationId xmlns:a16="http://schemas.microsoft.com/office/drawing/2014/main" id="{6DA65B90-7B06-4499-91BA-CDDD361324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C7BC1E0-1C8D-47CB-B48A-D3D0D2EF0E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3AD1C04B-04EF-43BA-B2AB-6F52AF8B94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1"/>
            <a:ext cx="6939937" cy="6453893"/>
          </a:xfrm>
          <a:custGeom>
            <a:avLst/>
            <a:gdLst>
              <a:gd name="connsiteX0" fmla="*/ 111814 w 4695433"/>
              <a:gd name="connsiteY0" fmla="*/ 3049004 h 4582435"/>
              <a:gd name="connsiteX1" fmla="*/ 297409 w 4695433"/>
              <a:gd name="connsiteY1" fmla="*/ 3091902 h 4582435"/>
              <a:gd name="connsiteX2" fmla="*/ 416673 w 4695433"/>
              <a:gd name="connsiteY2" fmla="*/ 3537003 h 4582435"/>
              <a:gd name="connsiteX3" fmla="*/ 31751 w 4695433"/>
              <a:gd name="connsiteY3" fmla="*/ 3683368 h 4582435"/>
              <a:gd name="connsiteX4" fmla="*/ 0 w 4695433"/>
              <a:gd name="connsiteY4" fmla="*/ 3669070 h 4582435"/>
              <a:gd name="connsiteX5" fmla="*/ 0 w 4695433"/>
              <a:gd name="connsiteY5" fmla="*/ 3079852 h 4582435"/>
              <a:gd name="connsiteX6" fmla="*/ 35156 w 4695433"/>
              <a:gd name="connsiteY6" fmla="*/ 3063756 h 4582435"/>
              <a:gd name="connsiteX7" fmla="*/ 111814 w 4695433"/>
              <a:gd name="connsiteY7" fmla="*/ 3049004 h 4582435"/>
              <a:gd name="connsiteX8" fmla="*/ 0 w 4695433"/>
              <a:gd name="connsiteY8" fmla="*/ 0 h 4582435"/>
              <a:gd name="connsiteX9" fmla="*/ 4695433 w 4695433"/>
              <a:gd name="connsiteY9" fmla="*/ 0 h 4582435"/>
              <a:gd name="connsiteX10" fmla="*/ 4663044 w 4695433"/>
              <a:gd name="connsiteY10" fmla="*/ 68762 h 4582435"/>
              <a:gd name="connsiteX11" fmla="*/ 4571319 w 4695433"/>
              <a:gd name="connsiteY11" fmla="*/ 201411 h 4582435"/>
              <a:gd name="connsiteX12" fmla="*/ 4099777 w 4695433"/>
              <a:gd name="connsiteY12" fmla="*/ 504347 h 4582435"/>
              <a:gd name="connsiteX13" fmla="*/ 3811860 w 4695433"/>
              <a:gd name="connsiteY13" fmla="*/ 1682068 h 4582435"/>
              <a:gd name="connsiteX14" fmla="*/ 3167043 w 4695433"/>
              <a:gd name="connsiteY14" fmla="*/ 4278500 h 4582435"/>
              <a:gd name="connsiteX15" fmla="*/ 2640955 w 4695433"/>
              <a:gd name="connsiteY15" fmla="*/ 4485587 h 4582435"/>
              <a:gd name="connsiteX16" fmla="*/ 1495663 w 4695433"/>
              <a:gd name="connsiteY16" fmla="*/ 4435228 h 4582435"/>
              <a:gd name="connsiteX17" fmla="*/ 1020813 w 4695433"/>
              <a:gd name="connsiteY17" fmla="*/ 3838149 h 4582435"/>
              <a:gd name="connsiteX18" fmla="*/ 626404 w 4695433"/>
              <a:gd name="connsiteY18" fmla="*/ 3045292 h 4582435"/>
              <a:gd name="connsiteX19" fmla="*/ 147061 w 4695433"/>
              <a:gd name="connsiteY19" fmla="*/ 2765401 h 4582435"/>
              <a:gd name="connsiteX20" fmla="*/ 0 w 4695433"/>
              <a:gd name="connsiteY20" fmla="*/ 2736690 h 4582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695433" h="4582435">
                <a:moveTo>
                  <a:pt x="111814" y="3049004"/>
                </a:moveTo>
                <a:cubicBezTo>
                  <a:pt x="174417" y="3044581"/>
                  <a:pt x="238967" y="3058160"/>
                  <a:pt x="297409" y="3091902"/>
                </a:cubicBezTo>
                <a:cubicBezTo>
                  <a:pt x="453255" y="3181878"/>
                  <a:pt x="506651" y="3381158"/>
                  <a:pt x="416673" y="3537003"/>
                </a:cubicBezTo>
                <a:cubicBezTo>
                  <a:pt x="337943" y="3673368"/>
                  <a:pt x="175529" y="3731295"/>
                  <a:pt x="31751" y="3683368"/>
                </a:cubicBezTo>
                <a:lnTo>
                  <a:pt x="0" y="3669070"/>
                </a:lnTo>
                <a:lnTo>
                  <a:pt x="0" y="3079852"/>
                </a:lnTo>
                <a:lnTo>
                  <a:pt x="35156" y="3063756"/>
                </a:lnTo>
                <a:cubicBezTo>
                  <a:pt x="59982" y="3055817"/>
                  <a:pt x="85729" y="3050848"/>
                  <a:pt x="111814" y="3049004"/>
                </a:cubicBezTo>
                <a:close/>
                <a:moveTo>
                  <a:pt x="0" y="0"/>
                </a:moveTo>
                <a:lnTo>
                  <a:pt x="4695433" y="0"/>
                </a:lnTo>
                <a:lnTo>
                  <a:pt x="4663044" y="68762"/>
                </a:lnTo>
                <a:cubicBezTo>
                  <a:pt x="4636274" y="118744"/>
                  <a:pt x="4605467" y="163546"/>
                  <a:pt x="4571319" y="201411"/>
                </a:cubicBezTo>
                <a:cubicBezTo>
                  <a:pt x="4449886" y="335755"/>
                  <a:pt x="4268949" y="426743"/>
                  <a:pt x="4099777" y="504347"/>
                </a:cubicBezTo>
                <a:cubicBezTo>
                  <a:pt x="3604896" y="731933"/>
                  <a:pt x="3591784" y="1317548"/>
                  <a:pt x="3811860" y="1682068"/>
                </a:cubicBezTo>
                <a:cubicBezTo>
                  <a:pt x="4454413" y="2741008"/>
                  <a:pt x="4084752" y="3706193"/>
                  <a:pt x="3167043" y="4278500"/>
                </a:cubicBezTo>
                <a:cubicBezTo>
                  <a:pt x="3009772" y="4376529"/>
                  <a:pt x="2817700" y="4417630"/>
                  <a:pt x="2640955" y="4485587"/>
                </a:cubicBezTo>
                <a:cubicBezTo>
                  <a:pt x="2250950" y="4603206"/>
                  <a:pt x="1866703" y="4642930"/>
                  <a:pt x="1495663" y="4435228"/>
                </a:cubicBezTo>
                <a:cubicBezTo>
                  <a:pt x="1259049" y="4302759"/>
                  <a:pt x="1121911" y="4090107"/>
                  <a:pt x="1020813" y="3838149"/>
                </a:cubicBezTo>
                <a:cubicBezTo>
                  <a:pt x="910679" y="3564211"/>
                  <a:pt x="784571" y="3292847"/>
                  <a:pt x="626404" y="3045292"/>
                </a:cubicBezTo>
                <a:cubicBezTo>
                  <a:pt x="516355" y="2873268"/>
                  <a:pt x="336073" y="2807363"/>
                  <a:pt x="147061" y="2765401"/>
                </a:cubicBezTo>
                <a:lnTo>
                  <a:pt x="0" y="273669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257E684-5F8F-DA11-843E-9BBDE72993D5}"/>
              </a:ext>
            </a:extLst>
          </p:cNvPr>
          <p:cNvSpPr>
            <a:spLocks noGrp="1"/>
          </p:cNvSpPr>
          <p:nvPr>
            <p:ph type="title"/>
          </p:nvPr>
        </p:nvSpPr>
        <p:spPr>
          <a:xfrm>
            <a:off x="609600" y="663960"/>
            <a:ext cx="4298417" cy="2539390"/>
          </a:xfrm>
        </p:spPr>
        <p:txBody>
          <a:bodyPr vert="horz" lIns="91440" tIns="45720" rIns="91440" bIns="45720" rtlCol="0" anchor="b">
            <a:normAutofit/>
          </a:bodyPr>
          <a:lstStyle/>
          <a:p>
            <a:r>
              <a:rPr lang="en-US" sz="5400" dirty="0"/>
              <a:t>Thank You…</a:t>
            </a:r>
          </a:p>
        </p:txBody>
      </p:sp>
      <p:pic>
        <p:nvPicPr>
          <p:cNvPr id="6" name="Graphic 5" descr="Handshake">
            <a:extLst>
              <a:ext uri="{FF2B5EF4-FFF2-40B4-BE49-F238E27FC236}">
                <a16:creationId xmlns:a16="http://schemas.microsoft.com/office/drawing/2014/main" id="{8852181D-3FC8-E041-5A56-63EF3984B74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560082" y="865204"/>
            <a:ext cx="5022318" cy="5022318"/>
          </a:xfrm>
          <a:prstGeom prst="rect">
            <a:avLst/>
          </a:prstGeom>
        </p:spPr>
      </p:pic>
    </p:spTree>
    <p:extLst>
      <p:ext uri="{BB962C8B-B14F-4D97-AF65-F5344CB8AC3E}">
        <p14:creationId xmlns:p14="http://schemas.microsoft.com/office/powerpoint/2010/main" val="1286875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SplashVTI">
  <a:themeElements>
    <a:clrScheme name="Custom 11">
      <a:dk1>
        <a:srgbClr val="262626"/>
      </a:dk1>
      <a:lt1>
        <a:sysClr val="window" lastClr="FFFFFF"/>
      </a:lt1>
      <a:dk2>
        <a:srgbClr val="2F333D"/>
      </a:dk2>
      <a:lt2>
        <a:srgbClr val="E9F3F3"/>
      </a:lt2>
      <a:accent1>
        <a:srgbClr val="1EBE9B"/>
      </a:accent1>
      <a:accent2>
        <a:srgbClr val="FD8686"/>
      </a:accent2>
      <a:accent3>
        <a:srgbClr val="0AC8AD"/>
      </a:accent3>
      <a:accent4>
        <a:srgbClr val="E69500"/>
      </a:accent4>
      <a:accent5>
        <a:srgbClr val="EC4E70"/>
      </a:accent5>
      <a:accent6>
        <a:srgbClr val="794DFF"/>
      </a:accent6>
      <a:hlink>
        <a:srgbClr val="3E8FF1"/>
      </a:hlink>
      <a:folHlink>
        <a:srgbClr val="939393"/>
      </a:folHlink>
    </a:clrScheme>
    <a:fontScheme name="Custom 23">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plashVTI" id="{CD38C481-21EC-466B-953B-A1440B42712A}" vid="{D3E4813C-1D98-48C2-AF59-2D0D78E25500}"/>
    </a:ext>
  </a:extLst>
</a:theme>
</file>

<file path=docProps/app.xml><?xml version="1.0" encoding="utf-8"?>
<Properties xmlns="http://schemas.openxmlformats.org/officeDocument/2006/extended-properties" xmlns:vt="http://schemas.openxmlformats.org/officeDocument/2006/docPropsVTypes">
  <TotalTime>32</TotalTime>
  <Words>636</Words>
  <Application>Microsoft Office PowerPoint</Application>
  <PresentationFormat>Widescreen</PresentationFormat>
  <Paragraphs>57</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Avenir Next LT Pro</vt:lpstr>
      <vt:lpstr>Georgia</vt:lpstr>
      <vt:lpstr>Posterama</vt:lpstr>
      <vt:lpstr>SplashVTI</vt:lpstr>
      <vt:lpstr>Budget Bond</vt:lpstr>
      <vt:lpstr>Index</vt:lpstr>
      <vt:lpstr>Abstract</vt:lpstr>
      <vt:lpstr>Introduction</vt:lpstr>
      <vt:lpstr>Problem Statement</vt:lpstr>
      <vt:lpstr>PowerPoint Presentation</vt:lpstr>
      <vt:lpstr>Technology Stack </vt:lpstr>
      <vt:lpstr>Flowcharts</vt:lpstr>
      <vt:lpstr>PowerPoint Presentation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Sairaj Kulkarni</dc:creator>
  <cp:lastModifiedBy>Sairaj Kulkarni</cp:lastModifiedBy>
  <cp:revision>2</cp:revision>
  <dcterms:created xsi:type="dcterms:W3CDTF">2026-04-20T04:46:25Z</dcterms:created>
  <dcterms:modified xsi:type="dcterms:W3CDTF">2026-04-20T05:18:48Z</dcterms:modified>
</cp:coreProperties>
</file>